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dcb59fd4c542c6" /><Relationship Type="http://schemas.openxmlformats.org/officeDocument/2006/relationships/extended-properties" Target="/docProps/app.xml" Id="R61e9cda6914349dc" /><Relationship Type="http://schemas.openxmlformats.org/officeDocument/2006/relationships/officeDocument" Target="/ppt/presentation.xml" Id="R9a23b5a5dc0543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dd12ca43384b5f"/>
  </p:sldMasterIdLst>
  <p:notesMasterIdLst>
    <p:notesMasterId xmlns:r="http://schemas.openxmlformats.org/officeDocument/2006/relationships" r:id="Rf1eab4558ef64a30"/>
  </p:notesMasterIdLst>
  <p:sldIdLst>
    <p:sldId xmlns:r="http://schemas.openxmlformats.org/officeDocument/2006/relationships" id="256" r:id="R2b8132c02dc749c7"/>
    <p:sldId xmlns:r="http://schemas.openxmlformats.org/officeDocument/2006/relationships" id="257" r:id="R3c28762ca123412b"/>
    <p:sldId xmlns:r="http://schemas.openxmlformats.org/officeDocument/2006/relationships" id="258" r:id="Rb0432e49900a4607"/>
    <p:sldId xmlns:r="http://schemas.openxmlformats.org/officeDocument/2006/relationships" id="259" r:id="Re472705437b84a7c"/>
    <p:sldId xmlns:r="http://schemas.openxmlformats.org/officeDocument/2006/relationships" id="260" r:id="R4ecaeaa1492545f8"/>
    <p:sldId xmlns:r="http://schemas.openxmlformats.org/officeDocument/2006/relationships" id="261" r:id="Ra49bf5c3705a4448"/>
    <p:sldId xmlns:r="http://schemas.openxmlformats.org/officeDocument/2006/relationships" id="262" r:id="R46e6a1eacb5c4fd9"/>
    <p:sldId xmlns:r="http://schemas.openxmlformats.org/officeDocument/2006/relationships" id="263" r:id="R0be077dbeaee4a43"/>
    <p:sldId xmlns:r="http://schemas.openxmlformats.org/officeDocument/2006/relationships" id="264" r:id="Rfd713a6840e94633"/>
    <p:sldId xmlns:r="http://schemas.openxmlformats.org/officeDocument/2006/relationships" id="265" r:id="Rf5c56432f6a94d1a"/>
    <p:sldId xmlns:r="http://schemas.openxmlformats.org/officeDocument/2006/relationships" id="266" r:id="Re20d11404b314737"/>
    <p:sldId xmlns:r="http://schemas.openxmlformats.org/officeDocument/2006/relationships" id="267" r:id="R439c6c03c0ef47c4"/>
    <p:sldId xmlns:r="http://schemas.openxmlformats.org/officeDocument/2006/relationships" id="268" r:id="R0974a7fbed5849c7"/>
    <p:sldId xmlns:r="http://schemas.openxmlformats.org/officeDocument/2006/relationships" id="269" r:id="Radbf79366e5e49d8"/>
    <p:sldId xmlns:r="http://schemas.openxmlformats.org/officeDocument/2006/relationships" id="270" r:id="R3cd5c00f473d4cc3"/>
    <p:sldId xmlns:r="http://schemas.openxmlformats.org/officeDocument/2006/relationships" id="271" r:id="R59c5dd138282488e"/>
    <p:sldId xmlns:r="http://schemas.openxmlformats.org/officeDocument/2006/relationships" id="272" r:id="R4583ab3459074e4f"/>
    <p:sldId xmlns:r="http://schemas.openxmlformats.org/officeDocument/2006/relationships" id="273" r:id="R8bac619aab934ee8"/>
    <p:sldId xmlns:r="http://schemas.openxmlformats.org/officeDocument/2006/relationships" id="274" r:id="Rc41041469b7d4235"/>
    <p:sldId xmlns:r="http://schemas.openxmlformats.org/officeDocument/2006/relationships" id="275" r:id="R1cb9f8b0fa2d4797"/>
    <p:sldId xmlns:r="http://schemas.openxmlformats.org/officeDocument/2006/relationships" id="276" r:id="R69fe0380ec8c4d0d"/>
    <p:sldId xmlns:r="http://schemas.openxmlformats.org/officeDocument/2006/relationships" id="277" r:id="Rbae995f0db0b4cfe"/>
    <p:sldId xmlns:r="http://schemas.openxmlformats.org/officeDocument/2006/relationships" id="278" r:id="R4b9f90f4523644ac"/>
    <p:sldId xmlns:r="http://schemas.openxmlformats.org/officeDocument/2006/relationships" id="279" r:id="R8bcbfff347804a0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showPr loop="0" showAnimation="1">
    <p:kiosk restart="300000"/>
  </p:showPr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3c541e073a4c1d" /><Relationship Type="http://schemas.openxmlformats.org/officeDocument/2006/relationships/slideMaster" Target="/ppt/slideMasters/slideMaster1.xml" Id="R7ddd12ca43384b5f" /><Relationship Type="http://schemas.openxmlformats.org/officeDocument/2006/relationships/notesMaster" Target="/ppt/notesMasters/notesMaster1.xml" Id="Rf1eab4558ef64a30" /><Relationship Type="http://schemas.openxmlformats.org/officeDocument/2006/relationships/presProps" Target="/ppt/presProps.xml" Id="Rbb415243c8e44d7f" /><Relationship Type="http://schemas.openxmlformats.org/officeDocument/2006/relationships/tableStyles" Target="/ppt/tableStyles.xml" Id="R688b676955294dc8" /><Relationship Type="http://schemas.openxmlformats.org/officeDocument/2006/relationships/slide" Target="/ppt/slides/slide1.xml" Id="R2b8132c02dc749c7" /><Relationship Type="http://schemas.openxmlformats.org/officeDocument/2006/relationships/slide" Target="/ppt/slides/slide2.xml" Id="R3c28762ca123412b" /><Relationship Type="http://schemas.openxmlformats.org/officeDocument/2006/relationships/slide" Target="/ppt/slides/slide3.xml" Id="Rb0432e49900a4607" /><Relationship Type="http://schemas.openxmlformats.org/officeDocument/2006/relationships/slide" Target="/ppt/slides/slide4.xml" Id="Re472705437b84a7c" /><Relationship Type="http://schemas.openxmlformats.org/officeDocument/2006/relationships/slide" Target="/ppt/slides/slide5.xml" Id="R4ecaeaa1492545f8" /><Relationship Type="http://schemas.openxmlformats.org/officeDocument/2006/relationships/slide" Target="/ppt/slides/slide6.xml" Id="Ra49bf5c3705a4448" /><Relationship Type="http://schemas.openxmlformats.org/officeDocument/2006/relationships/slide" Target="/ppt/slides/slide7.xml" Id="R46e6a1eacb5c4fd9" /><Relationship Type="http://schemas.openxmlformats.org/officeDocument/2006/relationships/slide" Target="/ppt/slides/slide8.xml" Id="R0be077dbeaee4a43" /><Relationship Type="http://schemas.openxmlformats.org/officeDocument/2006/relationships/slide" Target="/ppt/slides/slide9.xml" Id="Rfd713a6840e94633" /><Relationship Type="http://schemas.openxmlformats.org/officeDocument/2006/relationships/slide" Target="/ppt/slides/slide10.xml" Id="Rf5c56432f6a94d1a" /><Relationship Type="http://schemas.openxmlformats.org/officeDocument/2006/relationships/slide" Target="/ppt/slides/slide11.xml" Id="Re20d11404b314737" /><Relationship Type="http://schemas.openxmlformats.org/officeDocument/2006/relationships/slide" Target="/ppt/slides/slide12.xml" Id="R439c6c03c0ef47c4" /><Relationship Type="http://schemas.openxmlformats.org/officeDocument/2006/relationships/slide" Target="/ppt/slides/slide13.xml" Id="R0974a7fbed5849c7" /><Relationship Type="http://schemas.openxmlformats.org/officeDocument/2006/relationships/slide" Target="/ppt/slides/slide14.xml" Id="Radbf79366e5e49d8" /><Relationship Type="http://schemas.openxmlformats.org/officeDocument/2006/relationships/slide" Target="/ppt/slides/slide15.xml" Id="R3cd5c00f473d4cc3" /><Relationship Type="http://schemas.openxmlformats.org/officeDocument/2006/relationships/slide" Target="/ppt/slides/slide16.xml" Id="R59c5dd138282488e" /><Relationship Type="http://schemas.openxmlformats.org/officeDocument/2006/relationships/slide" Target="/ppt/slides/slide17.xml" Id="R4583ab3459074e4f" /><Relationship Type="http://schemas.openxmlformats.org/officeDocument/2006/relationships/slide" Target="/ppt/slides/slide18.xml" Id="R8bac619aab934ee8" /><Relationship Type="http://schemas.openxmlformats.org/officeDocument/2006/relationships/slide" Target="/ppt/slides/slide19.xml" Id="Rc41041469b7d4235" /><Relationship Type="http://schemas.openxmlformats.org/officeDocument/2006/relationships/slide" Target="/ppt/slides/slide20.xml" Id="R1cb9f8b0fa2d4797" /><Relationship Type="http://schemas.openxmlformats.org/officeDocument/2006/relationships/slide" Target="/ppt/slides/slide21.xml" Id="R69fe0380ec8c4d0d" /><Relationship Type="http://schemas.openxmlformats.org/officeDocument/2006/relationships/slide" Target="/ppt/slides/slide22.xml" Id="Rbae995f0db0b4cfe" /><Relationship Type="http://schemas.openxmlformats.org/officeDocument/2006/relationships/slide" Target="/ppt/slides/slide23.xml" Id="R4b9f90f4523644ac" /><Relationship Type="http://schemas.openxmlformats.org/officeDocument/2006/relationships/slide" Target="/ppt/slides/slide24.xml" Id="R8bcbfff347804a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6fbe8c3ff049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6730ead1fc4a3d" /><Relationship Type="http://schemas.openxmlformats.org/officeDocument/2006/relationships/notesMaster" Target="/ppt/notesMasters/notesMaster1.xml" Id="Rce3bd239650845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f2467d43a64f71" /><Relationship Type="http://schemas.openxmlformats.org/officeDocument/2006/relationships/notesMaster" Target="/ppt/notesMasters/notesMaster1.xml" Id="Ra0b5c327089d45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bf28a64a63409a" /><Relationship Type="http://schemas.openxmlformats.org/officeDocument/2006/relationships/notesMaster" Target="/ppt/notesMasters/notesMaster1.xml" Id="R97f504bb56554d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cd198ea72a4e8a" /><Relationship Type="http://schemas.openxmlformats.org/officeDocument/2006/relationships/notesMaster" Target="/ppt/notesMasters/notesMaster1.xml" Id="Ra1c133d7a6854a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6ea6438edc4343" /><Relationship Type="http://schemas.openxmlformats.org/officeDocument/2006/relationships/notesMaster" Target="/ppt/notesMasters/notesMaster1.xml" Id="Rddd8524c9e4e4b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4ea2ffaa724be7" /><Relationship Type="http://schemas.openxmlformats.org/officeDocument/2006/relationships/notesMaster" Target="/ppt/notesMasters/notesMaster1.xml" Id="R99341b6125894a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c07a6c81004f9c" /><Relationship Type="http://schemas.openxmlformats.org/officeDocument/2006/relationships/notesMaster" Target="/ppt/notesMasters/notesMaster1.xml" Id="Ra0f87af3776146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6ea7e8775b4232" /><Relationship Type="http://schemas.openxmlformats.org/officeDocument/2006/relationships/notesMaster" Target="/ppt/notesMasters/notesMaster1.xml" Id="R8fa5a6ca58fc46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d069e961a147de" /><Relationship Type="http://schemas.openxmlformats.org/officeDocument/2006/relationships/notesMaster" Target="/ppt/notesMasters/notesMaster1.xml" Id="Rf4b15488ebc746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f315978ca54c7d" /><Relationship Type="http://schemas.openxmlformats.org/officeDocument/2006/relationships/notesMaster" Target="/ppt/notesMasters/notesMaster1.xml" Id="Rb047a39bf6a543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199994e8214505" /><Relationship Type="http://schemas.openxmlformats.org/officeDocument/2006/relationships/notesMaster" Target="/ppt/notesMasters/notesMaster1.xml" Id="Rec2fbbd1c6b449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1df90d5ff84a9a" /><Relationship Type="http://schemas.openxmlformats.org/officeDocument/2006/relationships/notesMaster" Target="/ppt/notesMasters/notesMaster1.xml" Id="Rd0001024e1be4d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43f2ad359d4740" /><Relationship Type="http://schemas.openxmlformats.org/officeDocument/2006/relationships/notesMaster" Target="/ppt/notesMasters/notesMaster1.xml" Id="R373b5ec9af9d4e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27ea7afe3643fa" /><Relationship Type="http://schemas.openxmlformats.org/officeDocument/2006/relationships/notesMaster" Target="/ppt/notesMasters/notesMaster1.xml" Id="R899c083f88c543a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428f4df116f4255" /><Relationship Type="http://schemas.openxmlformats.org/officeDocument/2006/relationships/notesMaster" Target="/ppt/notesMasters/notesMaster1.xml" Id="R0dbd98b8c77d44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dcac67dc8104030" /><Relationship Type="http://schemas.openxmlformats.org/officeDocument/2006/relationships/notesMaster" Target="/ppt/notesMasters/notesMaster1.xml" Id="R183855fe04c847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9f9497a0ad4b8e" /><Relationship Type="http://schemas.openxmlformats.org/officeDocument/2006/relationships/notesMaster" Target="/ppt/notesMasters/notesMaster1.xml" Id="Re3ab878336c740f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ade93ec45a4b3a" /><Relationship Type="http://schemas.openxmlformats.org/officeDocument/2006/relationships/notesMaster" Target="/ppt/notesMasters/notesMaster1.xml" Id="Raf1d3c9639e74f3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7622d0080dd497b" /><Relationship Type="http://schemas.openxmlformats.org/officeDocument/2006/relationships/notesMaster" Target="/ppt/notesMasters/notesMaster1.xml" Id="R87e83a36dd214ee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6fd99a5800406e" /><Relationship Type="http://schemas.openxmlformats.org/officeDocument/2006/relationships/notesMaster" Target="/ppt/notesMasters/notesMaster1.xml" Id="R77c92ed9848e4c3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6db9c75629b4d8d" /><Relationship Type="http://schemas.openxmlformats.org/officeDocument/2006/relationships/notesMaster" Target="/ppt/notesMasters/notesMaster1.xml" Id="R0619c0af3f9743e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712a77e4b56416d" /><Relationship Type="http://schemas.openxmlformats.org/officeDocument/2006/relationships/notesMaster" Target="/ppt/notesMasters/notesMaster1.xml" Id="R0db8763e0387499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fa0708c8e3f4486" /><Relationship Type="http://schemas.openxmlformats.org/officeDocument/2006/relationships/notesMaster" Target="/ppt/notesMasters/notesMaster1.xml" Id="R9363e0e2b45f43a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e7ee54744194f40" /><Relationship Type="http://schemas.openxmlformats.org/officeDocument/2006/relationships/notesMaster" Target="/ppt/notesMasters/notesMaster1.xml" Id="R15e8aa7994ff47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Desktop PowerPoint. Start Slide Show from the beginning, then choose PLAY NOW.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single nine-tile round. The board is click-driven. There is no automatic timer. An optional host-led pace is about 45 seconds.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key: B, E and H need further review. The six other cases have checked explanations on the supplied facts. Correct hits earn 100 and lock the tile. Incorrect hits use a life. Re-clicking a flagged tile has no action.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key: B, E and H need further review. The six other cases have checked explanations on the supplied facts. Correct hits earn 100 and lock the tile. Incorrect hits use a life. Re-clicking a flagged tile has no action.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key: B, E and H need further review. The six other cases have checked explanations on the supplied facts. Correct hits earn 100 and lock the tile. Incorrect hits use a life. Re-clicking a flagged tile has no action.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key: B, E and H need further review. The six other cases have checked explanations on the supplied facts. Correct hits earn 100 and lock the tile. Incorrect hits use a life. Re-clicking a flagged tile has no action.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key: B, E and H need further review. The six other cases have checked explanations on the supplied facts. Correct hits earn 100 and lock the tile. Incorrect hits use a life. Re-clicking a flagged tile has no action.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key: B, E and H need further review. The six other cases have checked explanations on the supplied facts. Correct hits earn 100 and lock the tile. Incorrect hits use a life. Re-clicking a flagged tile has no action.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key: B, E and H need further review. The six other cases have checked explanations on the supplied facts. Correct hits earn 100 and lock the tile. Incorrect hits use a life. Re-clicking a flagged tile has no action.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key: B, E and H need further review. The six other cases have checked explanations on the supplied facts. Correct hits earn 100 and lock the tile. Incorrect hits use a life. Re-clicking a flagged tile has no action.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key: B, E and H need further review. The six other cases have checked explanations on the supplied facts. Correct hits earn 100 and lock the tile. Incorrect hits use a life. Re-clicking a flagged tile has no action.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key: B, E and H need further review. The six other cases have checked explanations on the supplied facts. Correct hits earn 100 and lock the tile. Incorrect hits use a life. Re-clicking a flagged tile has no action.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key: B, E and H need further review. The six other cases have checked explanations on the supplied facts. Correct hits earn 100 and lock the tile. Incorrect hits use a life. Re-clicking a flagged tile has no action.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key: B, E and H need further review. The six other cases have checked explanations on the supplied facts. Correct hits earn 100 and lock the tile. Incorrect hits use a life. Re-clicking a flagged tile has no action.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key: B, E and H need further review. The six other cases have checked explanations on the supplied facts. Correct hits earn 100 and lock the tile. Incorrect hits use a life. Re-clicking a flagged tile has no action.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key: B, E and H need further review. The six other cases have checked explanations on the supplied facts. Correct hits earn 100 and lock the tile. Incorrect hits use a life. Re-clicking a flagged tile has no action.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game result reflects choices in these fictional cases only. Open CASE REVIEW for the reasoning.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game result reflects choices in these fictional cases only. Open CASE REVIEW for the reasoning.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game result reflects choices in these fictional cases only. Open CASE REVIEW for the reasoning.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game result reflects choices in these fictional cases only. Open CASE REVIEW for the reasoning.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game result reflects choices in these fictional cases only. Open CASE REVIEW for the reasoning.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Classification is illustrative. Further review can lead to a supported explanation or an escalation under approved procedures.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Routine classification assumes the checked records described are reliable and no other concern exists. Continue routine monitoring. A payment size or overseas destination alone does not determine suspicion.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Press Esc to exit Slide Show. Game mechanics use internal links, no macros. The native deck contains state variants, but a player sees only the chosen game path.</a:t>
            </a:r>
          </a:p>
          <a:p xmlns:a="http://schemas.openxmlformats.org/drawingml/2006/main">
            <a:r>
              <a:t>Fictional scenarios. Preferred classifications use only the supplied facts and assume no other concerns. A flag means further review, not proof of an offence. Apply the firm’s approved controls and local requirements in a real case. General principles: FATF Recommendations, updated June 2026, Recommendation 10, Interpretive Note to Recommendation 10, paragraphs on ongoing due diligence, unusual patterns and ownership/control. https://www.fatf-gafi.org/content/dam/fatf-gafi/recommendations/fatf-recommendations-2012.pdf</a:t>
            </a:r>
          </a:p>
          <a:p xmlns:a="http://schemas.openxmlformats.org/drawingml/2006/main">
            <a:r>
              <a:t>Visuals: original arcade artwork generated for this game with the built-in image-generation tool. Text, scores, hit areas and navigation remain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b2e41f7d54a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d6bae378e45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8595e61f345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fb007333449f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bf5203c1744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8c37a1981844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CCC831-DF96-4A6E-9D12-84C8D277F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C369FFD-F377-4DEE-BDCC-B4C46CFE52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A69A55-4A43-4CE0-83DA-C145F484D8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A0F660-DFA0-47A2-ADEC-8082A72542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964647-E99F-48A1-8B39-F97ED87B29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A8A534-5781-4514-99C9-D278B61F4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353EC3-3CB6-4892-9E7C-7ADA716F5F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E9A5DB-2685-4601-A10F-9202C978E2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D66E7D-B6E3-4126-895E-549573772D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798ABC-F360-4911-A162-86E1A12098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86299b1a8147d4" /><Relationship Type="http://schemas.openxmlformats.org/officeDocument/2006/relationships/slideLayout" Target="/ppt/slideLayouts/slideLayout1.xml" Id="R5c7b5257dec04f74" /><Relationship Type="http://schemas.openxmlformats.org/officeDocument/2006/relationships/slideLayout" Target="/ppt/slideLayouts/slideLayout2.xml" Id="R3ab3d1b6a2e349d8" /><Relationship Type="http://schemas.openxmlformats.org/officeDocument/2006/relationships/slideLayout" Target="/ppt/slideLayouts/slideLayout3.xml" Id="Raf7c28cb114443c3" /><Relationship Type="http://schemas.openxmlformats.org/officeDocument/2006/relationships/slideLayout" Target="/ppt/slideLayouts/slideLayout4.xml" Id="Rddeaf5a830dc4186" /><Relationship Type="http://schemas.openxmlformats.org/officeDocument/2006/relationships/slideLayout" Target="/ppt/slideLayouts/slideLayout5.xml" Id="R2ec188b601904af9" /><Relationship Type="http://schemas.openxmlformats.org/officeDocument/2006/relationships/slideLayout" Target="/ppt/slideLayouts/slideLayout6.xml" Id="Rb1a799a20e784f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7b5257dec04f74"/>
    <p:sldLayoutId xmlns:r="http://schemas.openxmlformats.org/officeDocument/2006/relationships" id="2147483650" r:id="R3ab3d1b6a2e349d8"/>
    <p:sldLayoutId xmlns:r="http://schemas.openxmlformats.org/officeDocument/2006/relationships" id="2147483651" r:id="Raf7c28cb114443c3"/>
    <p:sldLayoutId xmlns:r="http://schemas.openxmlformats.org/officeDocument/2006/relationships" id="2147483652" r:id="Rddeaf5a830dc4186"/>
    <p:sldLayoutId xmlns:r="http://schemas.openxmlformats.org/officeDocument/2006/relationships" id="2147483653" r:id="R2ec188b601904af9"/>
    <p:sldLayoutId xmlns:r="http://schemas.openxmlformats.org/officeDocument/2006/relationships" id="2147483654" r:id="Rb1a799a20e784f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2493854ab744859"/><Relationship Type="http://schemas.openxmlformats.org/officeDocument/2006/relationships/image" Target="/ppt/media/image.jpeg" Id="R2eb0e1e20e394f70"/><Relationship Type="http://schemas.openxmlformats.org/officeDocument/2006/relationships/image" Target="/ppt/media/image2.jpeg" Id="R0991204c68564712"/><Relationship Type="http://schemas.openxmlformats.org/officeDocument/2006/relationships/notesSlide" Target="/ppt/notesSlides/notesSlide1.xml" Id="Rd35641e4052745bf"/><Relationship Id="rIdGame1" Type="http://schemas.openxmlformats.org/officeDocument/2006/relationships/slide" Target="slide3.xml"/><Relationship Id="rIdGame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ab7da081d634e6f"/><Relationship Type="http://schemas.openxmlformats.org/officeDocument/2006/relationships/image" Target="/ppt/media/image3.jpeg" Id="R8f51c55e7c0e46d3"/><Relationship Type="http://schemas.openxmlformats.org/officeDocument/2006/relationships/image" Target="../media/image2.jpeg" Id="R8dd56f5fbf79409b"/><Relationship Type="http://schemas.openxmlformats.org/officeDocument/2006/relationships/image" Target="../media/image2.jpeg" Id="R4513197fbd794a09"/><Relationship Type="http://schemas.openxmlformats.org/officeDocument/2006/relationships/notesSlide" Target="/ppt/notesSlides/notesSlide2.xml" Id="Rcebed8d6574a420d"/><Relationship Id="rIdGame1" Type="http://schemas.openxmlformats.org/officeDocument/2006/relationships/slide" Target="slide3.xml"/><Relationship Id="rIdGame2" Type="http://schemas.openxmlformats.org/officeDocument/2006/relationships/slide" Target="slide24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4c86983ea9145c1"/><Relationship Type="http://schemas.openxmlformats.org/officeDocument/2006/relationships/image" Target="../media/image3.jpeg" Id="Re2a02cefbc4e4202"/><Relationship Type="http://schemas.openxmlformats.org/officeDocument/2006/relationships/image" Target="../media/image2.jpeg" Id="R0a454e54a9fe40e9"/><Relationship Type="http://schemas.openxmlformats.org/officeDocument/2006/relationships/image" Target="../media/image2.jpeg" Id="Rc5dd5d8c00084f5d"/><Relationship Type="http://schemas.openxmlformats.org/officeDocument/2006/relationships/image" Target="../media/image2.jpeg" Id="R6d1a16305fb140b5"/><Relationship Type="http://schemas.openxmlformats.org/officeDocument/2006/relationships/image" Target="../media/image2.jpeg" Id="R6a9ddf138f514b39"/><Relationship Type="http://schemas.openxmlformats.org/officeDocument/2006/relationships/image" Target="../media/image2.jpeg" Id="R89917e5b0df54f1b"/><Relationship Type="http://schemas.openxmlformats.org/officeDocument/2006/relationships/image" Target="../media/image2.jpeg" Id="R5067e6be69b94281"/><Relationship Type="http://schemas.openxmlformats.org/officeDocument/2006/relationships/image" Target="../media/image2.jpeg" Id="R65cd97db2d2b4c8a"/><Relationship Type="http://schemas.openxmlformats.org/officeDocument/2006/relationships/image" Target="../media/image2.jpeg" Id="R14c10264aece4f27"/><Relationship Type="http://schemas.openxmlformats.org/officeDocument/2006/relationships/image" Target="../media/image2.jpeg" Id="R92b9a1a0de1a4b4a"/><Relationship Type="http://schemas.openxmlformats.org/officeDocument/2006/relationships/notesSlide" Target="/ppt/notesSlides/notesSlide3.xml" Id="R68f2b343739c4cda"/><Relationship Id="rIdGame1" Type="http://schemas.openxmlformats.org/officeDocument/2006/relationships/slide" Target="slide10.xml"/><Relationship Id="rIdGame2" Type="http://schemas.openxmlformats.org/officeDocument/2006/relationships/slide" Target="slide4.xml"/><Relationship Id="rIdGame3" Type="http://schemas.openxmlformats.org/officeDocument/2006/relationships/slide" Target="slide10.xml"/><Relationship Id="rIdGame4" Type="http://schemas.openxmlformats.org/officeDocument/2006/relationships/slide" Target="slide10.xml"/><Relationship Id="rIdGame5" Type="http://schemas.openxmlformats.org/officeDocument/2006/relationships/slide" Target="slide5.xml"/><Relationship Id="rIdGame6" Type="http://schemas.openxmlformats.org/officeDocument/2006/relationships/slide" Target="slide10.xml"/><Relationship Id="rIdGame7" Type="http://schemas.openxmlformats.org/officeDocument/2006/relationships/slide" Target="slide10.xml"/><Relationship Id="rIdGame8" Type="http://schemas.openxmlformats.org/officeDocument/2006/relationships/slide" Target="slide7.xml"/><Relationship Id="rIdGame9" Type="http://schemas.openxmlformats.org/officeDocument/2006/relationships/slide" Target="slide10.xml"/><Relationship Id="rIdGame10" Type="http://schemas.openxmlformats.org/officeDocument/2006/relationships/slide" Target="slide3.xml"/><Relationship Id="rIdGame11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d7a8316ee064dc5"/><Relationship Type="http://schemas.openxmlformats.org/officeDocument/2006/relationships/image" Target="../media/image3.jpeg" Id="Rb86d1adc80a8467f"/><Relationship Type="http://schemas.openxmlformats.org/officeDocument/2006/relationships/image" Target="../media/image2.jpeg" Id="R4ea809f2c3784ac0"/><Relationship Type="http://schemas.openxmlformats.org/officeDocument/2006/relationships/image" Target="../media/image2.jpeg" Id="R7db317ffea7b4168"/><Relationship Type="http://schemas.openxmlformats.org/officeDocument/2006/relationships/image" Target="../media/image2.jpeg" Id="Rb2e94d68315546b2"/><Relationship Type="http://schemas.openxmlformats.org/officeDocument/2006/relationships/image" Target="../media/image2.jpeg" Id="R5ab96abacd704f90"/><Relationship Type="http://schemas.openxmlformats.org/officeDocument/2006/relationships/image" Target="../media/image2.jpeg" Id="Rd4177a8b5a8442ad"/><Relationship Type="http://schemas.openxmlformats.org/officeDocument/2006/relationships/image" Target="../media/image2.jpeg" Id="R455e9addf55c4027"/><Relationship Type="http://schemas.openxmlformats.org/officeDocument/2006/relationships/image" Target="../media/image2.jpeg" Id="Recb15cfc46864570"/><Relationship Type="http://schemas.openxmlformats.org/officeDocument/2006/relationships/image" Target="../media/image2.jpeg" Id="R2feaa39eef334470"/><Relationship Type="http://schemas.openxmlformats.org/officeDocument/2006/relationships/image" Target="../media/image2.jpeg" Id="Rd46e534f3d394c89"/><Relationship Type="http://schemas.openxmlformats.org/officeDocument/2006/relationships/notesSlide" Target="/ppt/notesSlides/notesSlide4.xml" Id="R38724a2bb6bc4164"/><Relationship Id="rIdGame1" Type="http://schemas.openxmlformats.org/officeDocument/2006/relationships/slide" Target="slide11.xml"/><Relationship Id="rIdGame2" Type="http://schemas.openxmlformats.org/officeDocument/2006/relationships/slide" Target="slide11.xml"/><Relationship Id="rIdGame3" Type="http://schemas.openxmlformats.org/officeDocument/2006/relationships/slide" Target="slide11.xml"/><Relationship Id="rIdGame4" Type="http://schemas.openxmlformats.org/officeDocument/2006/relationships/slide" Target="slide6.xml"/><Relationship Id="rIdGame5" Type="http://schemas.openxmlformats.org/officeDocument/2006/relationships/slide" Target="slide11.xml"/><Relationship Id="rIdGame6" Type="http://schemas.openxmlformats.org/officeDocument/2006/relationships/slide" Target="slide11.xml"/><Relationship Id="rIdGame7" Type="http://schemas.openxmlformats.org/officeDocument/2006/relationships/slide" Target="slide8.xml"/><Relationship Id="rIdGame8" Type="http://schemas.openxmlformats.org/officeDocument/2006/relationships/slide" Target="slide11.xml"/><Relationship Id="rIdGame9" Type="http://schemas.openxmlformats.org/officeDocument/2006/relationships/slide" Target="slide3.xml"/><Relationship Id="rIdGame10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0dab103e284458f"/><Relationship Type="http://schemas.openxmlformats.org/officeDocument/2006/relationships/image" Target="../media/image3.jpeg" Id="Ree61c35eabb6470b"/><Relationship Type="http://schemas.openxmlformats.org/officeDocument/2006/relationships/image" Target="../media/image2.jpeg" Id="R961fb5b570154923"/><Relationship Type="http://schemas.openxmlformats.org/officeDocument/2006/relationships/image" Target="../media/image2.jpeg" Id="R010a695a63c743cc"/><Relationship Type="http://schemas.openxmlformats.org/officeDocument/2006/relationships/image" Target="../media/image2.jpeg" Id="Ra150c6772740444d"/><Relationship Type="http://schemas.openxmlformats.org/officeDocument/2006/relationships/image" Target="../media/image2.jpeg" Id="R05513c7642d54a47"/><Relationship Type="http://schemas.openxmlformats.org/officeDocument/2006/relationships/image" Target="../media/image2.jpeg" Id="R1661062cf1cf435b"/><Relationship Type="http://schemas.openxmlformats.org/officeDocument/2006/relationships/image" Target="../media/image2.jpeg" Id="Rc5d7d067523e4310"/><Relationship Type="http://schemas.openxmlformats.org/officeDocument/2006/relationships/image" Target="../media/image2.jpeg" Id="R57a766be81624bdd"/><Relationship Type="http://schemas.openxmlformats.org/officeDocument/2006/relationships/image" Target="../media/image2.jpeg" Id="Rd6adeb6171a34289"/><Relationship Type="http://schemas.openxmlformats.org/officeDocument/2006/relationships/image" Target="../media/image2.jpeg" Id="R80ed9d38348b48f8"/><Relationship Type="http://schemas.openxmlformats.org/officeDocument/2006/relationships/notesSlide" Target="/ppt/notesSlides/notesSlide5.xml" Id="R03a5abaa16ea488e"/><Relationship Id="rIdGame1" Type="http://schemas.openxmlformats.org/officeDocument/2006/relationships/slide" Target="slide12.xml"/><Relationship Id="rIdGame2" Type="http://schemas.openxmlformats.org/officeDocument/2006/relationships/slide" Target="slide6.xml"/><Relationship Id="rIdGame3" Type="http://schemas.openxmlformats.org/officeDocument/2006/relationships/slide" Target="slide12.xml"/><Relationship Id="rIdGame4" Type="http://schemas.openxmlformats.org/officeDocument/2006/relationships/slide" Target="slide12.xml"/><Relationship Id="rIdGame5" Type="http://schemas.openxmlformats.org/officeDocument/2006/relationships/slide" Target="slide12.xml"/><Relationship Id="rIdGame6" Type="http://schemas.openxmlformats.org/officeDocument/2006/relationships/slide" Target="slide12.xml"/><Relationship Id="rIdGame7" Type="http://schemas.openxmlformats.org/officeDocument/2006/relationships/slide" Target="slide9.xml"/><Relationship Id="rIdGame8" Type="http://schemas.openxmlformats.org/officeDocument/2006/relationships/slide" Target="slide12.xml"/><Relationship Id="rIdGame9" Type="http://schemas.openxmlformats.org/officeDocument/2006/relationships/slide" Target="slide3.xml"/><Relationship Id="rIdGame10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582a1bdfe7f4792"/><Relationship Type="http://schemas.openxmlformats.org/officeDocument/2006/relationships/image" Target="../media/image3.jpeg" Id="R9712297e08e74153"/><Relationship Type="http://schemas.openxmlformats.org/officeDocument/2006/relationships/image" Target="../media/image2.jpeg" Id="R1f13287f7e214bfa"/><Relationship Type="http://schemas.openxmlformats.org/officeDocument/2006/relationships/image" Target="../media/image2.jpeg" Id="R5e79089d0013473b"/><Relationship Type="http://schemas.openxmlformats.org/officeDocument/2006/relationships/image" Target="../media/image2.jpeg" Id="Rd1bd6de89a004665"/><Relationship Type="http://schemas.openxmlformats.org/officeDocument/2006/relationships/image" Target="../media/image2.jpeg" Id="R63520474ebda491c"/><Relationship Type="http://schemas.openxmlformats.org/officeDocument/2006/relationships/image" Target="../media/image2.jpeg" Id="R04bb77ec6df24672"/><Relationship Type="http://schemas.openxmlformats.org/officeDocument/2006/relationships/image" Target="../media/image2.jpeg" Id="Rf203c737b2e645ab"/><Relationship Type="http://schemas.openxmlformats.org/officeDocument/2006/relationships/image" Target="../media/image2.jpeg" Id="R902814b1e28f4eeb"/><Relationship Type="http://schemas.openxmlformats.org/officeDocument/2006/relationships/image" Target="../media/image2.jpeg" Id="R98e3e48ab48f481b"/><Relationship Type="http://schemas.openxmlformats.org/officeDocument/2006/relationships/image" Target="../media/image2.jpeg" Id="Rf08a4c6e2be34914"/><Relationship Type="http://schemas.openxmlformats.org/officeDocument/2006/relationships/notesSlide" Target="/ppt/notesSlides/notesSlide6.xml" Id="Rfd7f75b22be745ee"/><Relationship Id="rIdGame1" Type="http://schemas.openxmlformats.org/officeDocument/2006/relationships/slide" Target="slide13.xml"/><Relationship Id="rIdGame2" Type="http://schemas.openxmlformats.org/officeDocument/2006/relationships/slide" Target="slide13.xml"/><Relationship Id="rIdGame3" Type="http://schemas.openxmlformats.org/officeDocument/2006/relationships/slide" Target="slide13.xml"/><Relationship Id="rIdGame4" Type="http://schemas.openxmlformats.org/officeDocument/2006/relationships/slide" Target="slide13.xml"/><Relationship Id="rIdGame5" Type="http://schemas.openxmlformats.org/officeDocument/2006/relationships/slide" Target="slide13.xml"/><Relationship Id="rIdGame6" Type="http://schemas.openxmlformats.org/officeDocument/2006/relationships/slide" Target="slide17.xml"/><Relationship Id="rIdGame7" Type="http://schemas.openxmlformats.org/officeDocument/2006/relationships/slide" Target="slide13.xml"/><Relationship Id="rIdGame8" Type="http://schemas.openxmlformats.org/officeDocument/2006/relationships/slide" Target="slide3.xml"/><Relationship Id="rIdGame9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613fe6028f442f3"/><Relationship Type="http://schemas.openxmlformats.org/officeDocument/2006/relationships/image" Target="../media/image3.jpeg" Id="R5824dc6a05cd4f46"/><Relationship Type="http://schemas.openxmlformats.org/officeDocument/2006/relationships/image" Target="../media/image2.jpeg" Id="R30dc54680fb14b4f"/><Relationship Type="http://schemas.openxmlformats.org/officeDocument/2006/relationships/image" Target="../media/image2.jpeg" Id="R8db2e426b9c24d94"/><Relationship Type="http://schemas.openxmlformats.org/officeDocument/2006/relationships/image" Target="../media/image2.jpeg" Id="R0650bf70c6964185"/><Relationship Type="http://schemas.openxmlformats.org/officeDocument/2006/relationships/image" Target="../media/image2.jpeg" Id="R87d5c58a683c47ff"/><Relationship Type="http://schemas.openxmlformats.org/officeDocument/2006/relationships/image" Target="../media/image2.jpeg" Id="Rbacf6b5e55024575"/><Relationship Type="http://schemas.openxmlformats.org/officeDocument/2006/relationships/image" Target="../media/image2.jpeg" Id="R6ed94d2b0f0c4a14"/><Relationship Type="http://schemas.openxmlformats.org/officeDocument/2006/relationships/image" Target="../media/image2.jpeg" Id="Re599d66707724de5"/><Relationship Type="http://schemas.openxmlformats.org/officeDocument/2006/relationships/image" Target="../media/image2.jpeg" Id="R42e82b0d587a47ad"/><Relationship Type="http://schemas.openxmlformats.org/officeDocument/2006/relationships/image" Target="../media/image2.jpeg" Id="R0111533dd52141d7"/><Relationship Type="http://schemas.openxmlformats.org/officeDocument/2006/relationships/notesSlide" Target="/ppt/notesSlides/notesSlide7.xml" Id="R1463f4cd05c74a39"/><Relationship Id="rIdGame1" Type="http://schemas.openxmlformats.org/officeDocument/2006/relationships/slide" Target="slide14.xml"/><Relationship Id="rIdGame2" Type="http://schemas.openxmlformats.org/officeDocument/2006/relationships/slide" Target="slide8.xml"/><Relationship Id="rIdGame3" Type="http://schemas.openxmlformats.org/officeDocument/2006/relationships/slide" Target="slide14.xml"/><Relationship Id="rIdGame4" Type="http://schemas.openxmlformats.org/officeDocument/2006/relationships/slide" Target="slide14.xml"/><Relationship Id="rIdGame5" Type="http://schemas.openxmlformats.org/officeDocument/2006/relationships/slide" Target="slide9.xml"/><Relationship Id="rIdGame6" Type="http://schemas.openxmlformats.org/officeDocument/2006/relationships/slide" Target="slide14.xml"/><Relationship Id="rIdGame7" Type="http://schemas.openxmlformats.org/officeDocument/2006/relationships/slide" Target="slide14.xml"/><Relationship Id="rIdGame8" Type="http://schemas.openxmlformats.org/officeDocument/2006/relationships/slide" Target="slide14.xml"/><Relationship Id="rIdGame9" Type="http://schemas.openxmlformats.org/officeDocument/2006/relationships/slide" Target="slide3.xml"/><Relationship Id="rIdGame10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c7fd972c3de41c5"/><Relationship Type="http://schemas.openxmlformats.org/officeDocument/2006/relationships/image" Target="../media/image3.jpeg" Id="Rc96d8a4df76b490a"/><Relationship Type="http://schemas.openxmlformats.org/officeDocument/2006/relationships/image" Target="../media/image2.jpeg" Id="R69cbd93426ad4097"/><Relationship Type="http://schemas.openxmlformats.org/officeDocument/2006/relationships/image" Target="../media/image2.jpeg" Id="R90e86bad8ebd46c2"/><Relationship Type="http://schemas.openxmlformats.org/officeDocument/2006/relationships/image" Target="../media/image2.jpeg" Id="R906312b911654e21"/><Relationship Type="http://schemas.openxmlformats.org/officeDocument/2006/relationships/image" Target="../media/image2.jpeg" Id="R403eae2392094d24"/><Relationship Type="http://schemas.openxmlformats.org/officeDocument/2006/relationships/image" Target="../media/image2.jpeg" Id="Rca982348a32f4000"/><Relationship Type="http://schemas.openxmlformats.org/officeDocument/2006/relationships/image" Target="../media/image2.jpeg" Id="R2f6d040e8df94f54"/><Relationship Type="http://schemas.openxmlformats.org/officeDocument/2006/relationships/image" Target="../media/image2.jpeg" Id="R88f5f0025a8d4b5d"/><Relationship Type="http://schemas.openxmlformats.org/officeDocument/2006/relationships/image" Target="../media/image2.jpeg" Id="Rdca851b0dd3f4b5d"/><Relationship Type="http://schemas.openxmlformats.org/officeDocument/2006/relationships/image" Target="../media/image2.jpeg" Id="R7ca2f9aef3a343e6"/><Relationship Type="http://schemas.openxmlformats.org/officeDocument/2006/relationships/notesSlide" Target="/ppt/notesSlides/notesSlide8.xml" Id="R5d83a63a516a48be"/><Relationship Id="rIdGame1" Type="http://schemas.openxmlformats.org/officeDocument/2006/relationships/slide" Target="slide15.xml"/><Relationship Id="rIdGame2" Type="http://schemas.openxmlformats.org/officeDocument/2006/relationships/slide" Target="slide15.xml"/><Relationship Id="rIdGame3" Type="http://schemas.openxmlformats.org/officeDocument/2006/relationships/slide" Target="slide15.xml"/><Relationship Id="rIdGame4" Type="http://schemas.openxmlformats.org/officeDocument/2006/relationships/slide" Target="slide17.xml"/><Relationship Id="rIdGame5" Type="http://schemas.openxmlformats.org/officeDocument/2006/relationships/slide" Target="slide15.xml"/><Relationship Id="rIdGame6" Type="http://schemas.openxmlformats.org/officeDocument/2006/relationships/slide" Target="slide15.xml"/><Relationship Id="rIdGame7" Type="http://schemas.openxmlformats.org/officeDocument/2006/relationships/slide" Target="slide15.xml"/><Relationship Id="rIdGame8" Type="http://schemas.openxmlformats.org/officeDocument/2006/relationships/slide" Target="slide3.xml"/><Relationship Id="rIdGame9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97685c096cc4623"/><Relationship Type="http://schemas.openxmlformats.org/officeDocument/2006/relationships/image" Target="../media/image3.jpeg" Id="Racd20d07e24b4aff"/><Relationship Type="http://schemas.openxmlformats.org/officeDocument/2006/relationships/image" Target="../media/image2.jpeg" Id="R524e91f414a84e73"/><Relationship Type="http://schemas.openxmlformats.org/officeDocument/2006/relationships/image" Target="../media/image2.jpeg" Id="Rb7d509f0831a43bb"/><Relationship Type="http://schemas.openxmlformats.org/officeDocument/2006/relationships/image" Target="../media/image2.jpeg" Id="R6f0bb8a40a344b99"/><Relationship Type="http://schemas.openxmlformats.org/officeDocument/2006/relationships/image" Target="../media/image2.jpeg" Id="R6b0dc257c6c540ee"/><Relationship Type="http://schemas.openxmlformats.org/officeDocument/2006/relationships/image" Target="../media/image2.jpeg" Id="Rc7ebf02e6bda410b"/><Relationship Type="http://schemas.openxmlformats.org/officeDocument/2006/relationships/image" Target="../media/image2.jpeg" Id="R8dd2f1ffde914eb7"/><Relationship Type="http://schemas.openxmlformats.org/officeDocument/2006/relationships/image" Target="../media/image2.jpeg" Id="R5ff83823436f4fcd"/><Relationship Type="http://schemas.openxmlformats.org/officeDocument/2006/relationships/image" Target="../media/image2.jpeg" Id="R8c5adc2a10fb4598"/><Relationship Type="http://schemas.openxmlformats.org/officeDocument/2006/relationships/image" Target="../media/image2.jpeg" Id="Rafa1ba1b6def4d87"/><Relationship Type="http://schemas.openxmlformats.org/officeDocument/2006/relationships/notesSlide" Target="/ppt/notesSlides/notesSlide9.xml" Id="Ra36e8bf2d39d44a2"/><Relationship Id="rIdGame1" Type="http://schemas.openxmlformats.org/officeDocument/2006/relationships/slide" Target="slide16.xml"/><Relationship Id="rIdGame2" Type="http://schemas.openxmlformats.org/officeDocument/2006/relationships/slide" Target="slide17.xml"/><Relationship Id="rIdGame3" Type="http://schemas.openxmlformats.org/officeDocument/2006/relationships/slide" Target="slide16.xml"/><Relationship Id="rIdGame4" Type="http://schemas.openxmlformats.org/officeDocument/2006/relationships/slide" Target="slide16.xml"/><Relationship Id="rIdGame5" Type="http://schemas.openxmlformats.org/officeDocument/2006/relationships/slide" Target="slide16.xml"/><Relationship Id="rIdGame6" Type="http://schemas.openxmlformats.org/officeDocument/2006/relationships/slide" Target="slide16.xml"/><Relationship Id="rIdGame7" Type="http://schemas.openxmlformats.org/officeDocument/2006/relationships/slide" Target="slide16.xml"/><Relationship Id="rIdGame8" Type="http://schemas.openxmlformats.org/officeDocument/2006/relationships/slide" Target="slide3.xml"/><Relationship Id="rIdGame9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5fe4664a7824bd6"/><Relationship Type="http://schemas.openxmlformats.org/officeDocument/2006/relationships/image" Target="../media/image3.jpeg" Id="Ra16274fc0c044362"/><Relationship Type="http://schemas.openxmlformats.org/officeDocument/2006/relationships/image" Target="../media/image2.jpeg" Id="Rea9c961052e640c0"/><Relationship Type="http://schemas.openxmlformats.org/officeDocument/2006/relationships/image" Target="../media/image2.jpeg" Id="Re61634ec5e2a404d"/><Relationship Type="http://schemas.openxmlformats.org/officeDocument/2006/relationships/image" Target="../media/image2.jpeg" Id="Rfa2b5f18c529457f"/><Relationship Type="http://schemas.openxmlformats.org/officeDocument/2006/relationships/image" Target="../media/image2.jpeg" Id="Rcf7089a751cf42e6"/><Relationship Type="http://schemas.openxmlformats.org/officeDocument/2006/relationships/image" Target="../media/image2.jpeg" Id="Rd8acd782fd1345dc"/><Relationship Type="http://schemas.openxmlformats.org/officeDocument/2006/relationships/image" Target="../media/image2.jpeg" Id="R5b0aa713690f462d"/><Relationship Type="http://schemas.openxmlformats.org/officeDocument/2006/relationships/image" Target="../media/image2.jpeg" Id="R38048d14e7a04de2"/><Relationship Type="http://schemas.openxmlformats.org/officeDocument/2006/relationships/image" Target="../media/image2.jpeg" Id="R5506d37334304bcb"/><Relationship Type="http://schemas.openxmlformats.org/officeDocument/2006/relationships/image" Target="../media/image2.jpeg" Id="R91a08d5fe3274b96"/><Relationship Type="http://schemas.openxmlformats.org/officeDocument/2006/relationships/notesSlide" Target="/ppt/notesSlides/notesSlide10.xml" Id="Rfff8fd751ea94b89"/><Relationship Id="rIdGame1" Type="http://schemas.openxmlformats.org/officeDocument/2006/relationships/slide" Target="slide19.xml"/><Relationship Id="rIdGame2" Type="http://schemas.openxmlformats.org/officeDocument/2006/relationships/slide" Target="slide11.xml"/><Relationship Id="rIdGame3" Type="http://schemas.openxmlformats.org/officeDocument/2006/relationships/slide" Target="slide19.xml"/><Relationship Id="rIdGame4" Type="http://schemas.openxmlformats.org/officeDocument/2006/relationships/slide" Target="slide19.xml"/><Relationship Id="rIdGame5" Type="http://schemas.openxmlformats.org/officeDocument/2006/relationships/slide" Target="slide12.xml"/><Relationship Id="rIdGame6" Type="http://schemas.openxmlformats.org/officeDocument/2006/relationships/slide" Target="slide19.xml"/><Relationship Id="rIdGame7" Type="http://schemas.openxmlformats.org/officeDocument/2006/relationships/slide" Target="slide19.xml"/><Relationship Id="rIdGame8" Type="http://schemas.openxmlformats.org/officeDocument/2006/relationships/slide" Target="slide14.xml"/><Relationship Id="rIdGame9" Type="http://schemas.openxmlformats.org/officeDocument/2006/relationships/slide" Target="slide19.xml"/><Relationship Id="rIdGame10" Type="http://schemas.openxmlformats.org/officeDocument/2006/relationships/slide" Target="slide3.xml"/><Relationship Id="rIdGame11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50c6564f7844dd6"/><Relationship Type="http://schemas.openxmlformats.org/officeDocument/2006/relationships/image" Target="../media/image3.jpeg" Id="Ra34746c13fac4b36"/><Relationship Type="http://schemas.openxmlformats.org/officeDocument/2006/relationships/image" Target="../media/image2.jpeg" Id="Rc4c1cbb88679418a"/><Relationship Type="http://schemas.openxmlformats.org/officeDocument/2006/relationships/image" Target="../media/image2.jpeg" Id="R361d4e83d27c4698"/><Relationship Type="http://schemas.openxmlformats.org/officeDocument/2006/relationships/image" Target="../media/image2.jpeg" Id="R9d4c21d0f5be4f1d"/><Relationship Type="http://schemas.openxmlformats.org/officeDocument/2006/relationships/image" Target="../media/image2.jpeg" Id="R693e12aab11e466a"/><Relationship Type="http://schemas.openxmlformats.org/officeDocument/2006/relationships/image" Target="../media/image2.jpeg" Id="R52b6010396bf4f05"/><Relationship Type="http://schemas.openxmlformats.org/officeDocument/2006/relationships/image" Target="../media/image2.jpeg" Id="Ra6ea949005984660"/><Relationship Type="http://schemas.openxmlformats.org/officeDocument/2006/relationships/image" Target="../media/image2.jpeg" Id="R4301583297654720"/><Relationship Type="http://schemas.openxmlformats.org/officeDocument/2006/relationships/image" Target="../media/image2.jpeg" Id="R696d1513db364cea"/><Relationship Type="http://schemas.openxmlformats.org/officeDocument/2006/relationships/image" Target="../media/image2.jpeg" Id="R88dc99312bc74846"/><Relationship Type="http://schemas.openxmlformats.org/officeDocument/2006/relationships/notesSlide" Target="/ppt/notesSlides/notesSlide11.xml" Id="R6bb782d6995f4cd8"/><Relationship Id="rIdGame1" Type="http://schemas.openxmlformats.org/officeDocument/2006/relationships/slide" Target="slide20.xml"/><Relationship Id="rIdGame2" Type="http://schemas.openxmlformats.org/officeDocument/2006/relationships/slide" Target="slide20.xml"/><Relationship Id="rIdGame3" Type="http://schemas.openxmlformats.org/officeDocument/2006/relationships/slide" Target="slide20.xml"/><Relationship Id="rIdGame4" Type="http://schemas.openxmlformats.org/officeDocument/2006/relationships/slide" Target="slide13.xml"/><Relationship Id="rIdGame5" Type="http://schemas.openxmlformats.org/officeDocument/2006/relationships/slide" Target="slide20.xml"/><Relationship Id="rIdGame6" Type="http://schemas.openxmlformats.org/officeDocument/2006/relationships/slide" Target="slide20.xml"/><Relationship Id="rIdGame7" Type="http://schemas.openxmlformats.org/officeDocument/2006/relationships/slide" Target="slide15.xml"/><Relationship Id="rIdGame8" Type="http://schemas.openxmlformats.org/officeDocument/2006/relationships/slide" Target="slide20.xml"/><Relationship Id="rIdGame9" Type="http://schemas.openxmlformats.org/officeDocument/2006/relationships/slide" Target="slide3.xml"/><Relationship Id="rIdGame10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a530a260623436a"/><Relationship Type="http://schemas.openxmlformats.org/officeDocument/2006/relationships/image" Target="../media/image3.jpeg" Id="R9b15fe5c61854494"/><Relationship Type="http://schemas.openxmlformats.org/officeDocument/2006/relationships/image" Target="../media/image2.jpeg" Id="Rf4cdb8ea2e06494a"/><Relationship Type="http://schemas.openxmlformats.org/officeDocument/2006/relationships/image" Target="../media/image2.jpeg" Id="Rc616cce15fbe4d8b"/><Relationship Type="http://schemas.openxmlformats.org/officeDocument/2006/relationships/image" Target="../media/image2.jpeg" Id="R6a0946ec4f024d9b"/><Relationship Type="http://schemas.openxmlformats.org/officeDocument/2006/relationships/image" Target="../media/image2.jpeg" Id="R41d22e4b30194e74"/><Relationship Type="http://schemas.openxmlformats.org/officeDocument/2006/relationships/image" Target="../media/image2.jpeg" Id="R6ec330f3747b4266"/><Relationship Type="http://schemas.openxmlformats.org/officeDocument/2006/relationships/image" Target="../media/image2.jpeg" Id="R547569164d4d4c6b"/><Relationship Type="http://schemas.openxmlformats.org/officeDocument/2006/relationships/image" Target="../media/image2.jpeg" Id="R8c3b8477d16d407b"/><Relationship Type="http://schemas.openxmlformats.org/officeDocument/2006/relationships/image" Target="../media/image2.jpeg" Id="R29e7860020ca417a"/><Relationship Type="http://schemas.openxmlformats.org/officeDocument/2006/relationships/image" Target="../media/image2.jpeg" Id="R8524fc4efeea47c6"/><Relationship Type="http://schemas.openxmlformats.org/officeDocument/2006/relationships/notesSlide" Target="/ppt/notesSlides/notesSlide12.xml" Id="R38d88b6578944a38"/><Relationship Id="rIdGame1" Type="http://schemas.openxmlformats.org/officeDocument/2006/relationships/slide" Target="slide20.xml"/><Relationship Id="rIdGame2" Type="http://schemas.openxmlformats.org/officeDocument/2006/relationships/slide" Target="slide13.xml"/><Relationship Id="rIdGame3" Type="http://schemas.openxmlformats.org/officeDocument/2006/relationships/slide" Target="slide20.xml"/><Relationship Id="rIdGame4" Type="http://schemas.openxmlformats.org/officeDocument/2006/relationships/slide" Target="slide20.xml"/><Relationship Id="rIdGame5" Type="http://schemas.openxmlformats.org/officeDocument/2006/relationships/slide" Target="slide20.xml"/><Relationship Id="rIdGame6" Type="http://schemas.openxmlformats.org/officeDocument/2006/relationships/slide" Target="slide20.xml"/><Relationship Id="rIdGame7" Type="http://schemas.openxmlformats.org/officeDocument/2006/relationships/slide" Target="slide16.xml"/><Relationship Id="rIdGame8" Type="http://schemas.openxmlformats.org/officeDocument/2006/relationships/slide" Target="slide20.xml"/><Relationship Id="rIdGame9" Type="http://schemas.openxmlformats.org/officeDocument/2006/relationships/slide" Target="slide3.xml"/><Relationship Id="rIdGame10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71f5e70468942ec"/><Relationship Type="http://schemas.openxmlformats.org/officeDocument/2006/relationships/image" Target="../media/image3.jpeg" Id="Re19bd8964b0c40a4"/><Relationship Type="http://schemas.openxmlformats.org/officeDocument/2006/relationships/image" Target="../media/image2.jpeg" Id="R982d57066e544d73"/><Relationship Type="http://schemas.openxmlformats.org/officeDocument/2006/relationships/image" Target="../media/image2.jpeg" Id="R7b81d569df1642fd"/><Relationship Type="http://schemas.openxmlformats.org/officeDocument/2006/relationships/image" Target="../media/image2.jpeg" Id="R05b400c846224fe9"/><Relationship Type="http://schemas.openxmlformats.org/officeDocument/2006/relationships/image" Target="../media/image2.jpeg" Id="R50f0d592dd9347d1"/><Relationship Type="http://schemas.openxmlformats.org/officeDocument/2006/relationships/image" Target="../media/image2.jpeg" Id="Ree24900b7a404532"/><Relationship Type="http://schemas.openxmlformats.org/officeDocument/2006/relationships/image" Target="../media/image2.jpeg" Id="Rd019438d45ca4e8d"/><Relationship Type="http://schemas.openxmlformats.org/officeDocument/2006/relationships/image" Target="../media/image2.jpeg" Id="Rd5ab5ec199a14749"/><Relationship Type="http://schemas.openxmlformats.org/officeDocument/2006/relationships/image" Target="../media/image2.jpeg" Id="R98b61520c9b44b40"/><Relationship Type="http://schemas.openxmlformats.org/officeDocument/2006/relationships/image" Target="../media/image2.jpeg" Id="Rf7e832f761f54519"/><Relationship Type="http://schemas.openxmlformats.org/officeDocument/2006/relationships/notesSlide" Target="/ppt/notesSlides/notesSlide13.xml" Id="R3b930b08e6404155"/><Relationship Id="rIdGame1" Type="http://schemas.openxmlformats.org/officeDocument/2006/relationships/slide" Target="slide21.xml"/><Relationship Id="rIdGame2" Type="http://schemas.openxmlformats.org/officeDocument/2006/relationships/slide" Target="slide21.xml"/><Relationship Id="rIdGame3" Type="http://schemas.openxmlformats.org/officeDocument/2006/relationships/slide" Target="slide21.xml"/><Relationship Id="rIdGame4" Type="http://schemas.openxmlformats.org/officeDocument/2006/relationships/slide" Target="slide21.xml"/><Relationship Id="rIdGame5" Type="http://schemas.openxmlformats.org/officeDocument/2006/relationships/slide" Target="slide21.xml"/><Relationship Id="rIdGame6" Type="http://schemas.openxmlformats.org/officeDocument/2006/relationships/slide" Target="slide18.xml"/><Relationship Id="rIdGame7" Type="http://schemas.openxmlformats.org/officeDocument/2006/relationships/slide" Target="slide21.xml"/><Relationship Id="rIdGame8" Type="http://schemas.openxmlformats.org/officeDocument/2006/relationships/slide" Target="slide3.xml"/><Relationship Id="rIdGame9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a669757def44231"/><Relationship Type="http://schemas.openxmlformats.org/officeDocument/2006/relationships/image" Target="../media/image3.jpeg" Id="Rdbf649c7fe00434e"/><Relationship Type="http://schemas.openxmlformats.org/officeDocument/2006/relationships/image" Target="../media/image2.jpeg" Id="Rc0d8039b49674170"/><Relationship Type="http://schemas.openxmlformats.org/officeDocument/2006/relationships/image" Target="../media/image2.jpeg" Id="Rc9fe103597344d67"/><Relationship Type="http://schemas.openxmlformats.org/officeDocument/2006/relationships/image" Target="../media/image2.jpeg" Id="Rf1efb3f231924211"/><Relationship Type="http://schemas.openxmlformats.org/officeDocument/2006/relationships/image" Target="../media/image2.jpeg" Id="Rf0e0727104224fff"/><Relationship Type="http://schemas.openxmlformats.org/officeDocument/2006/relationships/image" Target="../media/image2.jpeg" Id="Ra9374e4ff9844e2b"/><Relationship Type="http://schemas.openxmlformats.org/officeDocument/2006/relationships/image" Target="../media/image2.jpeg" Id="Rc031c3bd12894913"/><Relationship Type="http://schemas.openxmlformats.org/officeDocument/2006/relationships/image" Target="../media/image2.jpeg" Id="R83938a5224154c59"/><Relationship Type="http://schemas.openxmlformats.org/officeDocument/2006/relationships/image" Target="../media/image2.jpeg" Id="R7f8fbd99fcec49be"/><Relationship Type="http://schemas.openxmlformats.org/officeDocument/2006/relationships/image" Target="../media/image2.jpeg" Id="R8c30333d60c14c28"/><Relationship Type="http://schemas.openxmlformats.org/officeDocument/2006/relationships/notesSlide" Target="/ppt/notesSlides/notesSlide14.xml" Id="Rf73a54f0f4e54b48"/><Relationship Id="rIdGame1" Type="http://schemas.openxmlformats.org/officeDocument/2006/relationships/slide" Target="slide20.xml"/><Relationship Id="rIdGame2" Type="http://schemas.openxmlformats.org/officeDocument/2006/relationships/slide" Target="slide15.xml"/><Relationship Id="rIdGame3" Type="http://schemas.openxmlformats.org/officeDocument/2006/relationships/slide" Target="slide20.xml"/><Relationship Id="rIdGame4" Type="http://schemas.openxmlformats.org/officeDocument/2006/relationships/slide" Target="slide20.xml"/><Relationship Id="rIdGame5" Type="http://schemas.openxmlformats.org/officeDocument/2006/relationships/slide" Target="slide16.xml"/><Relationship Id="rIdGame6" Type="http://schemas.openxmlformats.org/officeDocument/2006/relationships/slide" Target="slide20.xml"/><Relationship Id="rIdGame7" Type="http://schemas.openxmlformats.org/officeDocument/2006/relationships/slide" Target="slide20.xml"/><Relationship Id="rIdGame8" Type="http://schemas.openxmlformats.org/officeDocument/2006/relationships/slide" Target="slide20.xml"/><Relationship Id="rIdGame9" Type="http://schemas.openxmlformats.org/officeDocument/2006/relationships/slide" Target="slide3.xml"/><Relationship Id="rIdGame10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f07e15df3ba433d"/><Relationship Type="http://schemas.openxmlformats.org/officeDocument/2006/relationships/image" Target="../media/image3.jpeg" Id="Rbc1f4b7592634f2b"/><Relationship Type="http://schemas.openxmlformats.org/officeDocument/2006/relationships/image" Target="../media/image2.jpeg" Id="Rb614a66c53c84436"/><Relationship Type="http://schemas.openxmlformats.org/officeDocument/2006/relationships/image" Target="../media/image2.jpeg" Id="R6f8d5e96c10c4586"/><Relationship Type="http://schemas.openxmlformats.org/officeDocument/2006/relationships/image" Target="../media/image2.jpeg" Id="R280dca9b30f64c0e"/><Relationship Type="http://schemas.openxmlformats.org/officeDocument/2006/relationships/image" Target="../media/image2.jpeg" Id="Rd46b7d4a216c45bd"/><Relationship Type="http://schemas.openxmlformats.org/officeDocument/2006/relationships/image" Target="../media/image2.jpeg" Id="R683426eaf54e4f08"/><Relationship Type="http://schemas.openxmlformats.org/officeDocument/2006/relationships/image" Target="../media/image2.jpeg" Id="R109766aaceec415e"/><Relationship Type="http://schemas.openxmlformats.org/officeDocument/2006/relationships/image" Target="../media/image2.jpeg" Id="R9d64e7fb7df64c07"/><Relationship Type="http://schemas.openxmlformats.org/officeDocument/2006/relationships/image" Target="../media/image2.jpeg" Id="R819c023e6d4b4f84"/><Relationship Type="http://schemas.openxmlformats.org/officeDocument/2006/relationships/image" Target="../media/image2.jpeg" Id="R9e4754d32c694192"/><Relationship Type="http://schemas.openxmlformats.org/officeDocument/2006/relationships/notesSlide" Target="/ppt/notesSlides/notesSlide15.xml" Id="Raccfb3764c7d4577"/><Relationship Id="rIdGame1" Type="http://schemas.openxmlformats.org/officeDocument/2006/relationships/slide" Target="slide21.xml"/><Relationship Id="rIdGame2" Type="http://schemas.openxmlformats.org/officeDocument/2006/relationships/slide" Target="slide21.xml"/><Relationship Id="rIdGame3" Type="http://schemas.openxmlformats.org/officeDocument/2006/relationships/slide" Target="slide21.xml"/><Relationship Id="rIdGame4" Type="http://schemas.openxmlformats.org/officeDocument/2006/relationships/slide" Target="slide18.xml"/><Relationship Id="rIdGame5" Type="http://schemas.openxmlformats.org/officeDocument/2006/relationships/slide" Target="slide21.xml"/><Relationship Id="rIdGame6" Type="http://schemas.openxmlformats.org/officeDocument/2006/relationships/slide" Target="slide21.xml"/><Relationship Id="rIdGame7" Type="http://schemas.openxmlformats.org/officeDocument/2006/relationships/slide" Target="slide21.xml"/><Relationship Id="rIdGame8" Type="http://schemas.openxmlformats.org/officeDocument/2006/relationships/slide" Target="slide3.xml"/><Relationship Id="rIdGame9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4af5cf6545e4e21"/><Relationship Type="http://schemas.openxmlformats.org/officeDocument/2006/relationships/image" Target="../media/image3.jpeg" Id="Rf6c79ed477724def"/><Relationship Type="http://schemas.openxmlformats.org/officeDocument/2006/relationships/image" Target="../media/image2.jpeg" Id="R54ddc85ec5ea4466"/><Relationship Type="http://schemas.openxmlformats.org/officeDocument/2006/relationships/image" Target="../media/image2.jpeg" Id="Rd0f03e5a92734065"/><Relationship Type="http://schemas.openxmlformats.org/officeDocument/2006/relationships/image" Target="../media/image2.jpeg" Id="R9e3656dd4e964ac2"/><Relationship Type="http://schemas.openxmlformats.org/officeDocument/2006/relationships/image" Target="../media/image2.jpeg" Id="R108a1cead1af4567"/><Relationship Type="http://schemas.openxmlformats.org/officeDocument/2006/relationships/image" Target="../media/image2.jpeg" Id="R917326e7917240c1"/><Relationship Type="http://schemas.openxmlformats.org/officeDocument/2006/relationships/image" Target="../media/image2.jpeg" Id="R1f4d448091034648"/><Relationship Type="http://schemas.openxmlformats.org/officeDocument/2006/relationships/image" Target="../media/image2.jpeg" Id="Rdc40a8ce9d1a4387"/><Relationship Type="http://schemas.openxmlformats.org/officeDocument/2006/relationships/image" Target="../media/image2.jpeg" Id="R52264d9d614b482b"/><Relationship Type="http://schemas.openxmlformats.org/officeDocument/2006/relationships/image" Target="../media/image2.jpeg" Id="R3b2d159e130d423e"/><Relationship Type="http://schemas.openxmlformats.org/officeDocument/2006/relationships/notesSlide" Target="/ppt/notesSlides/notesSlide16.xml" Id="R849ab6ea86154226"/><Relationship Id="rIdGame1" Type="http://schemas.openxmlformats.org/officeDocument/2006/relationships/slide" Target="slide21.xml"/><Relationship Id="rIdGame2" Type="http://schemas.openxmlformats.org/officeDocument/2006/relationships/slide" Target="slide18.xml"/><Relationship Id="rIdGame3" Type="http://schemas.openxmlformats.org/officeDocument/2006/relationships/slide" Target="slide21.xml"/><Relationship Id="rIdGame4" Type="http://schemas.openxmlformats.org/officeDocument/2006/relationships/slide" Target="slide21.xml"/><Relationship Id="rIdGame5" Type="http://schemas.openxmlformats.org/officeDocument/2006/relationships/slide" Target="slide21.xml"/><Relationship Id="rIdGame6" Type="http://schemas.openxmlformats.org/officeDocument/2006/relationships/slide" Target="slide21.xml"/><Relationship Id="rIdGame7" Type="http://schemas.openxmlformats.org/officeDocument/2006/relationships/slide" Target="slide21.xml"/><Relationship Id="rIdGame8" Type="http://schemas.openxmlformats.org/officeDocument/2006/relationships/slide" Target="slide3.xml"/><Relationship Id="rIdGame9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3bd3f75c46c4d85"/><Relationship Type="http://schemas.openxmlformats.org/officeDocument/2006/relationships/image" Target="../media/image3.jpeg" Id="R30aac4f1ea284d5a"/><Relationship Type="http://schemas.openxmlformats.org/officeDocument/2006/relationships/image" Target="../media/image2.jpeg" Id="R9020c1e5664e4eca"/><Relationship Type="http://schemas.openxmlformats.org/officeDocument/2006/relationships/image" Target="../media/image2.jpeg" Id="Rf492de72f61e42cc"/><Relationship Type="http://schemas.openxmlformats.org/officeDocument/2006/relationships/notesSlide" Target="/ppt/notesSlides/notesSlide17.xml" Id="R12c1b5cb6ede4a9f"/><Relationship Id="rIdGame1" Type="http://schemas.openxmlformats.org/officeDocument/2006/relationships/slide" Target="slide3.xml"/><Relationship Id="rIdGame2" Type="http://schemas.openxmlformats.org/officeDocument/2006/relationships/slide" Target="slide22.xml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d7f7c043a8b47c8"/><Relationship Type="http://schemas.openxmlformats.org/officeDocument/2006/relationships/image" Target="../media/image3.jpeg" Id="R0244f26e6d5a4444"/><Relationship Type="http://schemas.openxmlformats.org/officeDocument/2006/relationships/image" Target="../media/image2.jpeg" Id="Rdaef8ee090b34d98"/><Relationship Type="http://schemas.openxmlformats.org/officeDocument/2006/relationships/image" Target="../media/image2.jpeg" Id="R9f6f9c4b16f2461a"/><Relationship Type="http://schemas.openxmlformats.org/officeDocument/2006/relationships/notesSlide" Target="/ppt/notesSlides/notesSlide18.xml" Id="Rc297d377dbf2421c"/><Relationship Id="rIdGame1" Type="http://schemas.openxmlformats.org/officeDocument/2006/relationships/slide" Target="slide3.xml"/><Relationship Id="rIdGame2" Type="http://schemas.openxmlformats.org/officeDocument/2006/relationships/slide" Target="slide22.xml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f5aa87e469a4540"/><Relationship Type="http://schemas.openxmlformats.org/officeDocument/2006/relationships/image" Target="../media/image3.jpeg" Id="Rd5793afee96b439f"/><Relationship Type="http://schemas.openxmlformats.org/officeDocument/2006/relationships/image" Target="../media/image2.jpeg" Id="Rb536fc53a87f4a55"/><Relationship Type="http://schemas.openxmlformats.org/officeDocument/2006/relationships/image" Target="../media/image2.jpeg" Id="R092521cc679c4e96"/><Relationship Type="http://schemas.openxmlformats.org/officeDocument/2006/relationships/notesSlide" Target="/ppt/notesSlides/notesSlide19.xml" Id="Rd7d684a109534a25"/><Relationship Id="rIdGame1" Type="http://schemas.openxmlformats.org/officeDocument/2006/relationships/slide" Target="slide3.xml"/><Relationship Id="rIdGame2" Type="http://schemas.openxmlformats.org/officeDocument/2006/relationships/slide" Target="slide22.xml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73cc659afe54373"/><Relationship Type="http://schemas.openxmlformats.org/officeDocument/2006/relationships/image" Target="../media/image3.jpeg" Id="R9a9e507c72d14531"/><Relationship Type="http://schemas.openxmlformats.org/officeDocument/2006/relationships/image" Target="../media/image2.jpeg" Id="Re0643b99c838461b"/><Relationship Type="http://schemas.openxmlformats.org/officeDocument/2006/relationships/image" Target="../media/image2.jpeg" Id="Rfea88e4a67ea45d2"/><Relationship Type="http://schemas.openxmlformats.org/officeDocument/2006/relationships/notesSlide" Target="/ppt/notesSlides/notesSlide20.xml" Id="Raee60571c9b04689"/><Relationship Id="rIdGame1" Type="http://schemas.openxmlformats.org/officeDocument/2006/relationships/slide" Target="slide3.xml"/><Relationship Id="rIdGame2" Type="http://schemas.openxmlformats.org/officeDocument/2006/relationships/slide" Target="slide22.xml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9d84887f0ae430b"/><Relationship Type="http://schemas.openxmlformats.org/officeDocument/2006/relationships/image" Target="../media/image3.jpeg" Id="R5fb330fd7f0d48f6"/><Relationship Type="http://schemas.openxmlformats.org/officeDocument/2006/relationships/image" Target="../media/image2.jpeg" Id="R1890558df87b4abb"/><Relationship Type="http://schemas.openxmlformats.org/officeDocument/2006/relationships/image" Target="../media/image2.jpeg" Id="Recaccd24955b463d"/><Relationship Type="http://schemas.openxmlformats.org/officeDocument/2006/relationships/notesSlide" Target="/ppt/notesSlides/notesSlide21.xml" Id="Rb344eba220924c8a"/><Relationship Id="rIdGame1" Type="http://schemas.openxmlformats.org/officeDocument/2006/relationships/slide" Target="slide3.xml"/><Relationship Id="rIdGame2" Type="http://schemas.openxmlformats.org/officeDocument/2006/relationships/slide" Target="slide22.xml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a02536ccd274e79"/><Relationship Type="http://schemas.openxmlformats.org/officeDocument/2006/relationships/image" Target="../media/image3.jpeg" Id="R84429563a3f24240"/><Relationship Type="http://schemas.openxmlformats.org/officeDocument/2006/relationships/image" Target="../media/image2.jpeg" Id="Red44b156040f4851"/><Relationship Type="http://schemas.openxmlformats.org/officeDocument/2006/relationships/image" Target="../media/image2.jpeg" Id="Rdb1cc60f46734e4f"/><Relationship Type="http://schemas.openxmlformats.org/officeDocument/2006/relationships/notesSlide" Target="/ppt/notesSlides/notesSlide22.xml" Id="Rd39295637f3f4f3b"/><Relationship Id="rIdGame1" Type="http://schemas.openxmlformats.org/officeDocument/2006/relationships/slide" Target="slide3.xml"/><Relationship Id="rIdGame2" Type="http://schemas.openxmlformats.org/officeDocument/2006/relationships/slide" Target="slide23.xml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29874c725db4c29"/><Relationship Type="http://schemas.openxmlformats.org/officeDocument/2006/relationships/image" Target="../media/image3.jpeg" Id="R374798d2b0a1468d"/><Relationship Type="http://schemas.openxmlformats.org/officeDocument/2006/relationships/image" Target="../media/image2.jpeg" Id="R40cb69f8b1744635"/><Relationship Type="http://schemas.openxmlformats.org/officeDocument/2006/relationships/image" Target="../media/image2.jpeg" Id="R0f550c2ada5d4e53"/><Relationship Type="http://schemas.openxmlformats.org/officeDocument/2006/relationships/notesSlide" Target="/ppt/notesSlides/notesSlide23.xml" Id="Rfef6622f18e64d54"/><Relationship Id="rIdGame1" Type="http://schemas.openxmlformats.org/officeDocument/2006/relationships/slide" Target="slide22.xml"/><Relationship Id="rIdGame2" Type="http://schemas.openxmlformats.org/officeDocument/2006/relationships/slide" Target="slide24.xml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33e0d02b99d4064"/><Relationship Type="http://schemas.openxmlformats.org/officeDocument/2006/relationships/image" Target="../media/image3.jpeg" Id="Rc3a77a8501764225"/><Relationship Type="http://schemas.openxmlformats.org/officeDocument/2006/relationships/image" Target="../media/image2.jpeg" Id="R0cf3f5bfe04a41d6"/><Relationship Type="http://schemas.openxmlformats.org/officeDocument/2006/relationships/image" Target="../media/image2.jpeg" Id="Ra7aea379bdd947ae"/><Relationship Type="http://schemas.openxmlformats.org/officeDocument/2006/relationships/notesSlide" Target="/ppt/notesSlides/notesSlide24.xml" Id="R4e7e9e628b634b0c"/><Relationship Id="rIdGame1" Type="http://schemas.openxmlformats.org/officeDocument/2006/relationships/slide" Target="slide3.xml"/><Relationship Id="rIdGame2" Type="http://schemas.openxmlformats.org/officeDocument/2006/relationships/slide" Target="slide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1588D-DE27-4F7F-B5DB-2880E8BB96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0e1e20e394f7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CF0217BB-3E12-46D6-8B59-72C8F043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0477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title1">
            <a:extLst xmlns:a="http://schemas.openxmlformats.org/drawingml/2006/main">
              <a:ext uri="{FF2B5EF4-FFF2-40B4-BE49-F238E27FC236}">
                <a16:creationId xmlns:a16="http://schemas.microsoft.com/office/drawing/2014/main" id="{F7843357-F0C7-4D9F-8582-AC86F584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622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900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WHACK</a:t>
            </a:r>
          </a:p>
        </p:txBody>
      </p:sp>
      <p:sp>
        <p:nvSpPr>
          <p:cNvPr id="4" name="title2">
            <a:extLst xmlns:a="http://schemas.openxmlformats.org/drawingml/2006/main">
              <a:ext uri="{FF2B5EF4-FFF2-40B4-BE49-F238E27FC236}">
                <a16:creationId xmlns:a16="http://schemas.microsoft.com/office/drawing/2014/main" id="{E9324683-C2E4-4F78-9764-72396D06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67125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0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0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9000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A FLAG</a:t>
            </a:r>
          </a:p>
        </p:txBody>
      </p:sp>
      <p:sp>
        <p:nvSpPr>
          <p:cNvPr id="5" name="sub">
            <a:extLst xmlns:a="http://schemas.openxmlformats.org/drawingml/2006/main">
              <a:ext uri="{FF2B5EF4-FFF2-40B4-BE49-F238E27FC236}">
                <a16:creationId xmlns:a16="http://schemas.microsoft.com/office/drawing/2014/main" id="{E1376079-518C-4718-851F-76C245FC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7685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7F2E6"/>
                </a:solidFill>
                <a:latin typeface="Arial"/>
                <a:ea typeface="Arial"/>
                <a:cs typeface="Arial"/>
              </a:rPr>
              <a:t>Nine cases. Three flags.</a:t>
            </a:r>
          </a:p>
          <a:p xmlns:a="http://schemas.openxmlformats.org/drawingml/2006/main">
            <a:pPr algn="l">
              <a:defRPr sz="285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7F2E6"/>
                </a:solidFill>
                <a:latin typeface="Arial"/>
                <a:ea typeface="Arial"/>
                <a:cs typeface="Arial"/>
              </a:rPr>
              <a:t>Two lives.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DA813-7EFD-401B-90D4-7706B809FF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1204c68564712"/>
          <a:srcRect xmlns:a="http://schemas.openxmlformats.org/drawingml/2006/main" l="0" t="6875" r="0" b="6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6825" y="6372225"/>
            <a:ext cx="3810000" cy="1095375"/>
          </a:xfrm>
          <a:prstGeom xmlns:a="http://schemas.openxmlformats.org/drawingml/2006/main" prst="rect">
            <a:avLst/>
          </a:prstGeom>
        </p:spPr>
      </p:pic>
      <p:sp>
        <p:nvSpPr>
          <p:cNvPr id="7" name="play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74B68FFC-1C1E-4878-A125-4D1E805F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6372225"/>
            <a:ext cx="3810000" cy="1095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PLAY NOW</a:t>
            </a:r>
          </a:p>
        </p:txBody>
      </p:sp>
      <p:sp>
        <p:nvSpPr>
          <p:cNvPr id="8" name="rules-link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B4109C9F-4E02-4D1B-A9D0-189B1AE2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848600"/>
            <a:ext cx="3667125" cy="3429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HOW TO PLAY</a:t>
            </a:r>
          </a:p>
        </p:txBody>
      </p:sp>
    </p:spTree>
    <p:extLst>
      <p:ext uri="{BB962C8B-B14F-4D97-AF65-F5344CB8AC3E}">
        <p14:creationId xmlns:p14="http://schemas.microsoft.com/office/powerpoint/2010/main" val="919304460"/>
      </p:ext>
    </p:extLst>
  </p:cSld>
  <p:transition xmlns:ns1="http://schemas.microsoft.com/office/powerpoint/2010/main" advClick="0" spd="fast" ns1:dur="180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D84EB3-F7C7-4430-991D-81BA9D231E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1c55e7c0e46d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D6642BBE-2414-423D-AA76-FD523ADC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FF194DB0-514A-40FB-8D4B-BADE7D3C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HOW TO PLAY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79A4AA-A804-4D28-B0BC-06D6AA95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47825"/>
            <a:ext cx="1219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Your aim: three good hits</a:t>
            </a:r>
          </a:p>
        </p:txBody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D2F4E6CA-412E-4A02-BF17-6CB743D5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09875"/>
            <a:ext cx="1000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ule-0">
            <a:extLst xmlns:a="http://schemas.openxmlformats.org/drawingml/2006/main">
              <a:ext uri="{FF2B5EF4-FFF2-40B4-BE49-F238E27FC236}">
                <a16:creationId xmlns:a16="http://schemas.microsoft.com/office/drawing/2014/main" id="{D5A7C3AF-D1C5-413C-89FB-B2998033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098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Read the tile</a:t>
            </a:r>
          </a:p>
        </p:txBody>
      </p:sp>
      <p:sp>
        <p:nvSpPr>
          <p:cNvPr id="7" name="body-0">
            <a:extLst xmlns:a="http://schemas.openxmlformats.org/drawingml/2006/main">
              <a:ext uri="{FF2B5EF4-FFF2-40B4-BE49-F238E27FC236}">
                <a16:creationId xmlns:a16="http://schemas.microsoft.com/office/drawing/2014/main" id="{B82E11A4-25DD-4973-B6E6-C2B5629D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Click a case that needs further review. Each good hit earns 100 points.</a:t>
            </a:r>
          </a:p>
        </p:txBody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E514D211-EFA1-49CF-9A55-0499EEFB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19550"/>
            <a:ext cx="1000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ule-1">
            <a:extLst xmlns:a="http://schemas.openxmlformats.org/drawingml/2006/main">
              <a:ext uri="{FF2B5EF4-FFF2-40B4-BE49-F238E27FC236}">
                <a16:creationId xmlns:a16="http://schemas.microsoft.com/office/drawing/2014/main" id="{961F1319-3CB1-4E2B-B097-DE252B93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1955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Keep your lives</a:t>
            </a:r>
          </a:p>
        </p:txBody>
      </p:sp>
      <p:sp>
        <p:nvSpPr>
          <p:cNvPr id="10" name="body-1">
            <a:extLst xmlns:a="http://schemas.openxmlformats.org/drawingml/2006/main">
              <a:ext uri="{FF2B5EF4-FFF2-40B4-BE49-F238E27FC236}">
                <a16:creationId xmlns:a16="http://schemas.microsoft.com/office/drawing/2014/main" id="{8F6ADEED-82CA-4CB9-BEAA-D65C5CD0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524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Hitting an explained case costs one life. Two misses end the run.</a:t>
            </a:r>
          </a:p>
        </p:txBody>
      </p:sp>
      <p:sp>
        <p:nvSpPr>
          <p:cNvPr id="11" name="num-2">
            <a:extLst xmlns:a="http://schemas.openxmlformats.org/drawingml/2006/main">
              <a:ext uri="{FF2B5EF4-FFF2-40B4-BE49-F238E27FC236}">
                <a16:creationId xmlns:a16="http://schemas.microsoft.com/office/drawing/2014/main" id="{1FD5F5C6-5A45-4B0D-9AD4-FE478C1E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29225"/>
            <a:ext cx="1000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ule-2">
            <a:extLst xmlns:a="http://schemas.openxmlformats.org/drawingml/2006/main">
              <a:ext uri="{FF2B5EF4-FFF2-40B4-BE49-F238E27FC236}">
                <a16:creationId xmlns:a16="http://schemas.microsoft.com/office/drawing/2014/main" id="{26BB813C-C5E6-4C95-A015-FA10DA72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22922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Clear the board</a:t>
            </a:r>
          </a:p>
        </p:txBody>
      </p:sp>
      <p:sp>
        <p:nvSpPr>
          <p:cNvPr id="13" name="body-2">
            <a:extLst xmlns:a="http://schemas.openxmlformats.org/drawingml/2006/main">
              <a:ext uri="{FF2B5EF4-FFF2-40B4-BE49-F238E27FC236}">
                <a16:creationId xmlns:a16="http://schemas.microsoft.com/office/drawing/2014/main" id="{28CC2DE1-D95E-4DC5-A558-A1EB4596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734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Find all three flags. Flagged tiles lock, so each counts once.</a:t>
            </a:r>
          </a:p>
        </p:txBody>
      </p:sp>
      <p:sp>
        <p:nvSpPr>
          <p:cNvPr id="14" name="context">
            <a:extLst xmlns:a="http://schemas.openxmlformats.org/drawingml/2006/main">
              <a:ext uri="{FF2B5EF4-FFF2-40B4-BE49-F238E27FC236}">
                <a16:creationId xmlns:a16="http://schemas.microsoft.com/office/drawing/2014/main" id="{05135472-BDE0-44A4-91EB-2C9569A7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648450"/>
            <a:ext cx="1219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Every tile gives the facts for this round. A flag means further review.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D7C4B-9401-4682-8369-717A5DB7BE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56f5fbf79409b"/>
          <a:srcRect xmlns:a="http://schemas.openxmlformats.org/drawingml/2006/main" l="0" t="7143" r="0" b="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7286625"/>
            <a:ext cx="3333750" cy="952500"/>
          </a:xfrm>
          <a:prstGeom xmlns:a="http://schemas.openxmlformats.org/drawingml/2006/main" prst="rect">
            <a:avLst/>
          </a:prstGeom>
        </p:spPr>
      </p:pic>
      <p:sp>
        <p:nvSpPr>
          <p:cNvPr id="16" name="play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7FB793E8-195D-4F8C-B74D-29451E5D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286625"/>
            <a:ext cx="3333750" cy="9525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LET’S PLAY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43318-A894-4006-A7E8-F95D255339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3197fbd794a09"/>
          <a:srcRect xmlns:a="http://schemas.openxmlformats.org/drawingml/2006/main" l="0" t="7143" r="0" b="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0" y="7286625"/>
            <a:ext cx="3333750" cy="952500"/>
          </a:xfrm>
          <a:prstGeom xmlns:a="http://schemas.openxmlformats.org/drawingml/2006/main" prst="rect">
            <a:avLst/>
          </a:prstGeom>
        </p:spPr>
      </p:pic>
      <p:sp>
        <p:nvSpPr>
          <p:cNvPr id="18" name="host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463FE465-0B04-49F6-ADC1-18E2BF12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286625"/>
            <a:ext cx="3333750" cy="9525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HOST GUIDE</a:t>
            </a:r>
          </a:p>
        </p:txBody>
      </p:sp>
    </p:spTree>
    <p:extLst>
      <p:ext uri="{BB962C8B-B14F-4D97-AF65-F5344CB8AC3E}">
        <p14:creationId xmlns:p14="http://schemas.microsoft.com/office/powerpoint/2010/main" val="669009071"/>
      </p:ext>
    </p:extLst>
  </p:cSld>
  <p:transition xmlns:ns1="http://schemas.microsoft.com/office/powerpoint/2010/main" advClick="0" spd="fast" ns1:dur="180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8D7246-2B08-4BC2-8C39-E4A0F165F5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02cefbc4e420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F66CA87E-7532-4BF9-8048-4128FC35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A7A14873-9254-40A7-8D30-81243F1A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FLAGS FOUND  0 / 3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52454D88-B534-46A4-BB40-258302B0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106B68C8-9878-4DCB-B284-854CFD59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000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31E7061D-69A0-40E7-BBA6-E40B4053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0297EECD-F740-4290-82CD-C68CFDB9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2 / 2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B2B2056-5908-4501-A23B-6894F5BD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38275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Which cases need a closer look?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01E12-2572-43A6-A015-D3EDE1306C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54e54a9fe40e9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0" name="tile-title-A">
            <a:extLst xmlns:a="http://schemas.openxmlformats.org/drawingml/2006/main">
              <a:ext uri="{FF2B5EF4-FFF2-40B4-BE49-F238E27FC236}">
                <a16:creationId xmlns:a16="http://schemas.microsoft.com/office/drawing/2014/main" id="{53E775AE-323C-4D74-87B3-D95C1BE8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A   Festival cash</a:t>
            </a:r>
          </a:p>
        </p:txBody>
      </p:sp>
      <p:sp>
        <p:nvSpPr>
          <p:cNvPr id="11" name="tile-body-A">
            <a:extLst xmlns:a="http://schemas.openxmlformats.org/drawingml/2006/main">
              <a:ext uri="{FF2B5EF4-FFF2-40B4-BE49-F238E27FC236}">
                <a16:creationId xmlns:a16="http://schemas.microsoft.com/office/drawing/2014/main" id="{FFB2045A-C459-43C0-B669-FAFC5FFB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Seasonal takings fit checked sales records.</a:t>
            </a:r>
          </a:p>
        </p:txBody>
      </p:sp>
      <p:sp>
        <p:nvSpPr>
          <p:cNvPr id="12" name="hit-A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058231E0-4A8C-4BCB-8982-A526CA5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C9C24-385C-47E5-8615-3D535D9628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d5d8c00084f5d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4" name="tile-title-B">
            <a:extLst xmlns:a="http://schemas.openxmlformats.org/drawingml/2006/main">
              <a:ext uri="{FF2B5EF4-FFF2-40B4-BE49-F238E27FC236}">
                <a16:creationId xmlns:a16="http://schemas.microsoft.com/office/drawing/2014/main" id="{DBBE3F4E-C607-49A5-A7F4-41CCFB60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B   Cold account</a:t>
            </a:r>
          </a:p>
        </p:txBody>
      </p:sp>
      <p:sp>
        <p:nvSpPr>
          <p:cNvPr id="15" name="tile-body-B">
            <a:extLst xmlns:a="http://schemas.openxmlformats.org/drawingml/2006/main">
              <a:ext uri="{FF2B5EF4-FFF2-40B4-BE49-F238E27FC236}">
                <a16:creationId xmlns:a16="http://schemas.microsoft.com/office/drawing/2014/main" id="{4311A078-8616-4D7F-8A8D-EBF95CFA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Unrelated credits rush out. The purpose is unexplained.</a:t>
            </a:r>
          </a:p>
        </p:txBody>
      </p:sp>
      <p:sp>
        <p:nvSpPr>
          <p:cNvPr id="16" name="hit-B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4EBF015D-83A8-4C5C-B400-C6D0A258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6F5C54-DC68-4344-9B78-BC70E093F5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a16305fb140b5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8" name="tile-title-C">
            <a:extLst xmlns:a="http://schemas.openxmlformats.org/drawingml/2006/main">
              <a:ext uri="{FF2B5EF4-FFF2-40B4-BE49-F238E27FC236}">
                <a16:creationId xmlns:a16="http://schemas.microsoft.com/office/drawing/2014/main" id="{2BF9A2BE-275E-41A2-8349-A3593408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   A bigger payslip</a:t>
            </a:r>
          </a:p>
        </p:txBody>
      </p:sp>
      <p:sp>
        <p:nvSpPr>
          <p:cNvPr id="19" name="tile-body-C">
            <a:extLst xmlns:a="http://schemas.openxmlformats.org/drawingml/2006/main">
              <a:ext uri="{FF2B5EF4-FFF2-40B4-BE49-F238E27FC236}">
                <a16:creationId xmlns:a16="http://schemas.microsoft.com/office/drawing/2014/main" id="{5008072E-95F9-49E9-A204-8C65803D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A bonus letter supports the employer’s payment.</a:t>
            </a:r>
          </a:p>
        </p:txBody>
      </p:sp>
      <p:sp>
        <p:nvSpPr>
          <p:cNvPr id="20" name="hit-C">
            <ns0:hlinkClick xmlns:ns0="http://schemas.openxmlformats.org/drawingml/2006/main" xmlns:ns1="http://schemas.openxmlformats.org/officeDocument/2006/relationships" ns1:id="rIdGame3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2E4E00CB-F3C1-4C00-89E9-05A46637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E689C-81FD-4D1E-97A4-07F332AA1B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ddf138f514b39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2" name="tile-title-D">
            <a:extLst xmlns:a="http://schemas.openxmlformats.org/drawingml/2006/main">
              <a:ext uri="{FF2B5EF4-FFF2-40B4-BE49-F238E27FC236}">
                <a16:creationId xmlns:a16="http://schemas.microsoft.com/office/drawing/2014/main" id="{3BA95758-AD12-4001-ADEB-1480EA0F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D   Freelance work</a:t>
            </a:r>
          </a:p>
        </p:txBody>
      </p:sp>
      <p:sp>
        <p:nvSpPr>
          <p:cNvPr id="23" name="tile-body-D">
            <a:extLst xmlns:a="http://schemas.openxmlformats.org/drawingml/2006/main">
              <a:ext uri="{FF2B5EF4-FFF2-40B4-BE49-F238E27FC236}">
                <a16:creationId xmlns:a16="http://schemas.microsoft.com/office/drawing/2014/main" id="{5BD106F6-9410-484C-87FE-70B3782B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Client payments match checked invoices and work.</a:t>
            </a:r>
          </a:p>
        </p:txBody>
      </p:sp>
      <p:sp>
        <p:nvSpPr>
          <p:cNvPr id="24" name="hit-D">
            <ns0:hlinkClick xmlns:ns0="http://schemas.openxmlformats.org/drawingml/2006/main" xmlns:ns1="http://schemas.openxmlformats.org/officeDocument/2006/relationships" ns1:id="rIdGame4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39062132-B67B-4449-8952-9B838A7E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886852-4D6E-4DA1-A96D-0A3154C75E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17e5b0df54f1b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6" name="tile-title-E">
            <a:extLst xmlns:a="http://schemas.openxmlformats.org/drawingml/2006/main">
              <a:ext uri="{FF2B5EF4-FFF2-40B4-BE49-F238E27FC236}">
                <a16:creationId xmlns:a16="http://schemas.microsoft.com/office/drawing/2014/main" id="{7A126763-1856-4C43-BB33-D6E87501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E   Refund switch</a:t>
            </a:r>
          </a:p>
        </p:txBody>
      </p:sp>
      <p:sp>
        <p:nvSpPr>
          <p:cNvPr id="27" name="tile-body-E">
            <a:extLst xmlns:a="http://schemas.openxmlformats.org/drawingml/2006/main">
              <a:ext uri="{FF2B5EF4-FFF2-40B4-BE49-F238E27FC236}">
                <a16:creationId xmlns:a16="http://schemas.microsoft.com/office/drawing/2014/main" id="{1B961DAE-0DE6-4FC0-93C9-2FC1E270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Refund goes to someone else. The link is unsupported.</a:t>
            </a:r>
          </a:p>
        </p:txBody>
      </p:sp>
      <p:sp>
        <p:nvSpPr>
          <p:cNvPr id="28" name="hit-E">
            <ns0:hlinkClick xmlns:ns0="http://schemas.openxmlformats.org/drawingml/2006/main" xmlns:ns1="http://schemas.openxmlformats.org/officeDocument/2006/relationships" ns1:id="rIdGame5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C1768AF6-C17A-45AD-AB9F-C81CCC34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6783DC-8BF0-4E68-A551-733D583EBB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7e6be69b94281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0" name="tile-title-F">
            <a:extLst xmlns:a="http://schemas.openxmlformats.org/drawingml/2006/main">
              <a:ext uri="{FF2B5EF4-FFF2-40B4-BE49-F238E27FC236}">
                <a16:creationId xmlns:a16="http://schemas.microsoft.com/office/drawing/2014/main" id="{66BE9A66-8296-4A1A-89E2-BCA1FBDC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F   House sale</a:t>
            </a:r>
          </a:p>
        </p:txBody>
      </p:sp>
      <p:sp>
        <p:nvSpPr>
          <p:cNvPr id="31" name="tile-body-F">
            <a:extLst xmlns:a="http://schemas.openxmlformats.org/drawingml/2006/main">
              <a:ext uri="{FF2B5EF4-FFF2-40B4-BE49-F238E27FC236}">
                <a16:creationId xmlns:a16="http://schemas.microsoft.com/office/drawing/2014/main" id="{084C2558-5716-4BB0-B6F7-A6944E08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Sale records and the buyer’s payment check out.</a:t>
            </a:r>
          </a:p>
        </p:txBody>
      </p:sp>
      <p:sp>
        <p:nvSpPr>
          <p:cNvPr id="32" name="hit-F">
            <ns0:hlinkClick xmlns:ns0="http://schemas.openxmlformats.org/drawingml/2006/main" xmlns:ns1="http://schemas.openxmlformats.org/officeDocument/2006/relationships" ns1:id="rIdGame6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8969FEE3-47D7-4310-82BD-D95EC6A5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F29A9D-72C4-4AD1-A17B-727887752E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d97db2d2b4c8a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4" name="tile-title-G">
            <a:extLst xmlns:a="http://schemas.openxmlformats.org/drawingml/2006/main">
              <a:ext uri="{FF2B5EF4-FFF2-40B4-BE49-F238E27FC236}">
                <a16:creationId xmlns:a16="http://schemas.microsoft.com/office/drawing/2014/main" id="{48801A6E-EF55-4EC0-B53A-A63B5B2F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G   Supplier payment</a:t>
            </a:r>
          </a:p>
        </p:txBody>
      </p:sp>
      <p:sp>
        <p:nvSpPr>
          <p:cNvPr id="35" name="tile-body-G">
            <a:extLst xmlns:a="http://schemas.openxmlformats.org/drawingml/2006/main">
              <a:ext uri="{FF2B5EF4-FFF2-40B4-BE49-F238E27FC236}">
                <a16:creationId xmlns:a16="http://schemas.microsoft.com/office/drawing/2014/main" id="{6B61C05F-835C-48DC-81E8-F890AA5A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invoice and delivery records match the payment.</a:t>
            </a:r>
          </a:p>
        </p:txBody>
      </p:sp>
      <p:sp>
        <p:nvSpPr>
          <p:cNvPr id="36" name="hit-G">
            <ns0:hlinkClick xmlns:ns0="http://schemas.openxmlformats.org/drawingml/2006/main" xmlns:ns1="http://schemas.openxmlformats.org/officeDocument/2006/relationships" ns1:id="rIdGame7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DE64AEDD-A4C3-4835-BB39-6A6A6F35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178600-AB7E-4471-A4EB-5AC8EBE993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10264aece4f27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8" name="tile-title-H">
            <a:extLst xmlns:a="http://schemas.openxmlformats.org/drawingml/2006/main">
              <a:ext uri="{FF2B5EF4-FFF2-40B4-BE49-F238E27FC236}">
                <a16:creationId xmlns:a16="http://schemas.microsoft.com/office/drawing/2014/main" id="{C0D3D85C-B107-4AF7-B7DB-1FBF60D8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H   Who controls it?</a:t>
            </a:r>
          </a:p>
        </p:txBody>
      </p:sp>
      <p:sp>
        <p:nvSpPr>
          <p:cNvPr id="39" name="tile-body-H">
            <a:extLst xmlns:a="http://schemas.openxmlformats.org/drawingml/2006/main">
              <a:ext uri="{FF2B5EF4-FFF2-40B4-BE49-F238E27FC236}">
                <a16:creationId xmlns:a16="http://schemas.microsoft.com/office/drawing/2014/main" id="{279BEED2-D2C3-4BA0-9F49-879886A9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Company control remains unclear after enquiries.</a:t>
            </a:r>
          </a:p>
        </p:txBody>
      </p:sp>
      <p:sp>
        <p:nvSpPr>
          <p:cNvPr id="40" name="hit-H">
            <ns0:hlinkClick xmlns:ns0="http://schemas.openxmlformats.org/drawingml/2006/main" xmlns:ns1="http://schemas.openxmlformats.org/officeDocument/2006/relationships" ns1:id="rIdGame8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211332E2-2B25-42CC-9018-4CE9CBA7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EFFBA6-57D5-4FC6-8861-5802429D7A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9a1a0de1a4b4a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42" name="tile-title-I">
            <a:extLst xmlns:a="http://schemas.openxmlformats.org/drawingml/2006/main">
              <a:ext uri="{FF2B5EF4-FFF2-40B4-BE49-F238E27FC236}">
                <a16:creationId xmlns:a16="http://schemas.microsoft.com/office/drawing/2014/main" id="{6745D249-5424-4830-80FC-ADE5C229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I   Overseas tuition</a:t>
            </a:r>
          </a:p>
        </p:txBody>
      </p:sp>
      <p:sp>
        <p:nvSpPr>
          <p:cNvPr id="43" name="tile-body-I">
            <a:extLst xmlns:a="http://schemas.openxmlformats.org/drawingml/2006/main">
              <a:ext uri="{FF2B5EF4-FFF2-40B4-BE49-F238E27FC236}">
                <a16:creationId xmlns:a16="http://schemas.microsoft.com/office/drawing/2014/main" id="{32811BF7-3728-4CDA-A8DE-902B94A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Verified school. The payment matches checked fees.</a:t>
            </a:r>
          </a:p>
        </p:txBody>
      </p:sp>
      <p:sp>
        <p:nvSpPr>
          <p:cNvPr id="44" name="hit-I">
            <ns0:hlinkClick xmlns:ns0="http://schemas.openxmlformats.org/drawingml/2006/main" xmlns:ns1="http://schemas.openxmlformats.org/officeDocument/2006/relationships" ns1:id="rIdGame9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1789E7E1-467D-4980-80D3-BA6EE06F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5" name="status">
            <a:extLst xmlns:a="http://schemas.openxmlformats.org/drawingml/2006/main">
              <a:ext uri="{FF2B5EF4-FFF2-40B4-BE49-F238E27FC236}">
                <a16:creationId xmlns:a16="http://schemas.microsoft.com/office/drawing/2014/main" id="{183D97AD-10F8-4DF6-9DD3-D112EE57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62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Click to whack a flag. Explained activity stays on the board.</a:t>
            </a:r>
          </a:p>
        </p:txBody>
      </p:sp>
      <p:sp>
        <p:nvSpPr>
          <p:cNvPr id="46" name="restart">
            <ns0:hlinkClick xmlns:ns0="http://schemas.openxmlformats.org/drawingml/2006/main" xmlns:ns1="http://schemas.openxmlformats.org/officeDocument/2006/relationships" ns1:id="rIdGame10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8AA5E6AC-E905-4532-8763-5A3C0FCB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62800"/>
            <a:ext cx="1714500" cy="333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  <p:sp>
        <p:nvSpPr>
          <p:cNvPr id="47" name="rules-link">
            <ns0:hlinkClick xmlns:ns0="http://schemas.openxmlformats.org/drawingml/2006/main" xmlns:ns1="http://schemas.openxmlformats.org/officeDocument/2006/relationships" ns1:id="rIdGame1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12B432F9-89D8-4CE0-B26A-F18EB426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95325"/>
            <a:ext cx="1381125" cy="2762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1236842160"/>
      </p:ext>
    </p:extLst>
  </p:cSld>
  <p:transition xmlns:ns1="http://schemas.microsoft.com/office/powerpoint/2010/main" advClick="0" spd="fast" ns1:dur="180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F273CC-2825-42DD-BD64-9BE348F8FC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d1adc80a8467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6B52422-1C2E-48BA-BE60-54FDD2CA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63BA00D2-CF74-4CAD-A786-D53C5D89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FLAGS FOUND  1 / 3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8BB3A04B-FC5B-48A7-A102-32A55EE2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329DB63B-DC4C-4151-8914-9E9156D1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0F99499E-E78C-4CC1-9F0B-75BFF449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7A7B436E-FEBA-438E-BCBE-21E1FCA8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2 / 2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39CFF5B-4FA6-451E-9549-7E005BD7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38275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Which cases need a closer look?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D0701-F9DB-400B-9BEA-3E385A68BA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809f2c3784ac0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0" name="tile-title-A">
            <a:extLst xmlns:a="http://schemas.openxmlformats.org/drawingml/2006/main">
              <a:ext uri="{FF2B5EF4-FFF2-40B4-BE49-F238E27FC236}">
                <a16:creationId xmlns:a16="http://schemas.microsoft.com/office/drawing/2014/main" id="{4C50CD95-BBE4-48B3-97C5-F57648E2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A   Festival cash</a:t>
            </a:r>
          </a:p>
        </p:txBody>
      </p:sp>
      <p:sp>
        <p:nvSpPr>
          <p:cNvPr id="11" name="tile-body-A">
            <a:extLst xmlns:a="http://schemas.openxmlformats.org/drawingml/2006/main">
              <a:ext uri="{FF2B5EF4-FFF2-40B4-BE49-F238E27FC236}">
                <a16:creationId xmlns:a16="http://schemas.microsoft.com/office/drawing/2014/main" id="{B9FB2D9A-E77D-49DC-A040-28C93A21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Seasonal takings fit checked sales records.</a:t>
            </a:r>
          </a:p>
        </p:txBody>
      </p:sp>
      <p:sp>
        <p:nvSpPr>
          <p:cNvPr id="12" name="hit-A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EEFB24DE-471A-4458-930E-AEE554F2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F2C14-A422-4D7B-AD21-9A0223D370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317ffea7b4168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4" name="hit-border-B">
            <a:extLst xmlns:a="http://schemas.openxmlformats.org/drawingml/2006/main">
              <a:ext uri="{FF2B5EF4-FFF2-40B4-BE49-F238E27FC236}">
                <a16:creationId xmlns:a16="http://schemas.microsoft.com/office/drawing/2014/main" id="{ECFA20C5-4B5D-4F87-B486-C56EEA7C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38375"/>
            <a:ext cx="384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E2ED"/>
            </a:solidFill>
            <a:prstDash val="solid"/>
          </a:ln>
        </p:spPr>
      </p:sp>
      <p:sp>
        <p:nvSpPr>
          <p:cNvPr id="15" name="tile-title-B">
            <a:extLst xmlns:a="http://schemas.openxmlformats.org/drawingml/2006/main">
              <a:ext uri="{FF2B5EF4-FFF2-40B4-BE49-F238E27FC236}">
                <a16:creationId xmlns:a16="http://schemas.microsoft.com/office/drawing/2014/main" id="{24C9A515-96E9-4F40-AA4B-2A55F7AB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B   FLAGGED +100</a:t>
            </a:r>
          </a:p>
        </p:txBody>
      </p:sp>
      <p:sp>
        <p:nvSpPr>
          <p:cNvPr id="16" name="tile-body-B">
            <a:extLst xmlns:a="http://schemas.openxmlformats.org/drawingml/2006/main">
              <a:ext uri="{FF2B5EF4-FFF2-40B4-BE49-F238E27FC236}">
                <a16:creationId xmlns:a16="http://schemas.microsoft.com/office/drawing/2014/main" id="{2A690FB8-EA1E-4B4E-81C0-F0E9F0B8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The unusual flow needs an explanation and further review.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BF1805-EEE5-4286-9270-A1DC628750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94d68315546b2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8" name="tile-title-C">
            <a:extLst xmlns:a="http://schemas.openxmlformats.org/drawingml/2006/main">
              <a:ext uri="{FF2B5EF4-FFF2-40B4-BE49-F238E27FC236}">
                <a16:creationId xmlns:a16="http://schemas.microsoft.com/office/drawing/2014/main" id="{480F8653-4332-4461-93DA-45B66781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   A bigger payslip</a:t>
            </a:r>
          </a:p>
        </p:txBody>
      </p:sp>
      <p:sp>
        <p:nvSpPr>
          <p:cNvPr id="19" name="tile-body-C">
            <a:extLst xmlns:a="http://schemas.openxmlformats.org/drawingml/2006/main">
              <a:ext uri="{FF2B5EF4-FFF2-40B4-BE49-F238E27FC236}">
                <a16:creationId xmlns:a16="http://schemas.microsoft.com/office/drawing/2014/main" id="{6C6020F9-AE18-426B-9EE7-E49B076F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A bonus letter supports the employer’s payment.</a:t>
            </a:r>
          </a:p>
        </p:txBody>
      </p:sp>
      <p:sp>
        <p:nvSpPr>
          <p:cNvPr id="20" name="hit-C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C701DED8-77D8-4183-A0CD-9D8E67CE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F32EF5-987F-4838-88F8-AB142E42D5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96abacd704f90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2" name="tile-title-D">
            <a:extLst xmlns:a="http://schemas.openxmlformats.org/drawingml/2006/main">
              <a:ext uri="{FF2B5EF4-FFF2-40B4-BE49-F238E27FC236}">
                <a16:creationId xmlns:a16="http://schemas.microsoft.com/office/drawing/2014/main" id="{CC1CF4C9-94CC-4A53-AE2F-712D7435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D   Freelance work</a:t>
            </a:r>
          </a:p>
        </p:txBody>
      </p:sp>
      <p:sp>
        <p:nvSpPr>
          <p:cNvPr id="23" name="tile-body-D">
            <a:extLst xmlns:a="http://schemas.openxmlformats.org/drawingml/2006/main">
              <a:ext uri="{FF2B5EF4-FFF2-40B4-BE49-F238E27FC236}">
                <a16:creationId xmlns:a16="http://schemas.microsoft.com/office/drawing/2014/main" id="{8C69F623-E422-461B-B031-EF754AAA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Client payments match checked invoices and work.</a:t>
            </a:r>
          </a:p>
        </p:txBody>
      </p:sp>
      <p:sp>
        <p:nvSpPr>
          <p:cNvPr id="24" name="hit-D">
            <ns0:hlinkClick xmlns:ns0="http://schemas.openxmlformats.org/drawingml/2006/main" xmlns:ns1="http://schemas.openxmlformats.org/officeDocument/2006/relationships" ns1:id="rIdGame3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25A19416-4513-4DB8-8C46-A7A7D03C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C76645-E5C5-4C29-BC17-2BCF47481D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77a8b5a8442ad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6" name="tile-title-E">
            <a:extLst xmlns:a="http://schemas.openxmlformats.org/drawingml/2006/main">
              <a:ext uri="{FF2B5EF4-FFF2-40B4-BE49-F238E27FC236}">
                <a16:creationId xmlns:a16="http://schemas.microsoft.com/office/drawing/2014/main" id="{137E60DA-1F95-456C-BAC2-63CFCE24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E   Refund switch</a:t>
            </a:r>
          </a:p>
        </p:txBody>
      </p:sp>
      <p:sp>
        <p:nvSpPr>
          <p:cNvPr id="27" name="tile-body-E">
            <a:extLst xmlns:a="http://schemas.openxmlformats.org/drawingml/2006/main">
              <a:ext uri="{FF2B5EF4-FFF2-40B4-BE49-F238E27FC236}">
                <a16:creationId xmlns:a16="http://schemas.microsoft.com/office/drawing/2014/main" id="{4E82D32E-700B-45C2-B71C-B1F2E490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Refund goes to someone else. The link is unsupported.</a:t>
            </a:r>
          </a:p>
        </p:txBody>
      </p:sp>
      <p:sp>
        <p:nvSpPr>
          <p:cNvPr id="28" name="hit-E">
            <ns0:hlinkClick xmlns:ns0="http://schemas.openxmlformats.org/drawingml/2006/main" xmlns:ns1="http://schemas.openxmlformats.org/officeDocument/2006/relationships" ns1:id="rIdGame4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B4DD813A-01DF-4AEA-87A0-A70950A3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38758B-0AC0-453C-98A8-EF7F6D53A3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e9addf55c4027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0" name="tile-title-F">
            <a:extLst xmlns:a="http://schemas.openxmlformats.org/drawingml/2006/main">
              <a:ext uri="{FF2B5EF4-FFF2-40B4-BE49-F238E27FC236}">
                <a16:creationId xmlns:a16="http://schemas.microsoft.com/office/drawing/2014/main" id="{C170CE1F-3EC2-4F22-A4A6-30DC7056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F   House sale</a:t>
            </a:r>
          </a:p>
        </p:txBody>
      </p:sp>
      <p:sp>
        <p:nvSpPr>
          <p:cNvPr id="31" name="tile-body-F">
            <a:extLst xmlns:a="http://schemas.openxmlformats.org/drawingml/2006/main">
              <a:ext uri="{FF2B5EF4-FFF2-40B4-BE49-F238E27FC236}">
                <a16:creationId xmlns:a16="http://schemas.microsoft.com/office/drawing/2014/main" id="{14CA8F04-03C1-4C43-97BD-1B969AE4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Sale records and the buyer’s payment check out.</a:t>
            </a:r>
          </a:p>
        </p:txBody>
      </p:sp>
      <p:sp>
        <p:nvSpPr>
          <p:cNvPr id="32" name="hit-F">
            <ns0:hlinkClick xmlns:ns0="http://schemas.openxmlformats.org/drawingml/2006/main" xmlns:ns1="http://schemas.openxmlformats.org/officeDocument/2006/relationships" ns1:id="rIdGame5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67C94599-49D9-4060-9840-6C2885D5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E9074B-C770-4644-AE3B-2076967F89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15cfc46864570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4" name="tile-title-G">
            <a:extLst xmlns:a="http://schemas.openxmlformats.org/drawingml/2006/main">
              <a:ext uri="{FF2B5EF4-FFF2-40B4-BE49-F238E27FC236}">
                <a16:creationId xmlns:a16="http://schemas.microsoft.com/office/drawing/2014/main" id="{92F100EC-F1E7-45DE-A714-571A4684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G   Supplier payment</a:t>
            </a:r>
          </a:p>
        </p:txBody>
      </p:sp>
      <p:sp>
        <p:nvSpPr>
          <p:cNvPr id="35" name="tile-body-G">
            <a:extLst xmlns:a="http://schemas.openxmlformats.org/drawingml/2006/main">
              <a:ext uri="{FF2B5EF4-FFF2-40B4-BE49-F238E27FC236}">
                <a16:creationId xmlns:a16="http://schemas.microsoft.com/office/drawing/2014/main" id="{9521F734-E73C-4AED-A248-C0969FF1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invoice and delivery records match the payment.</a:t>
            </a:r>
          </a:p>
        </p:txBody>
      </p:sp>
      <p:sp>
        <p:nvSpPr>
          <p:cNvPr id="36" name="hit-G">
            <ns0:hlinkClick xmlns:ns0="http://schemas.openxmlformats.org/drawingml/2006/main" xmlns:ns1="http://schemas.openxmlformats.org/officeDocument/2006/relationships" ns1:id="rIdGame6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A1813AAA-931E-4E59-834C-25A40A88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4E85CA-7E11-4934-BB37-E1FAD9DDFF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aa39eef334470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8" name="tile-title-H">
            <a:extLst xmlns:a="http://schemas.openxmlformats.org/drawingml/2006/main">
              <a:ext uri="{FF2B5EF4-FFF2-40B4-BE49-F238E27FC236}">
                <a16:creationId xmlns:a16="http://schemas.microsoft.com/office/drawing/2014/main" id="{873C40D4-8651-439F-8A21-30C73DFE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H   Who controls it?</a:t>
            </a:r>
          </a:p>
        </p:txBody>
      </p:sp>
      <p:sp>
        <p:nvSpPr>
          <p:cNvPr id="39" name="tile-body-H">
            <a:extLst xmlns:a="http://schemas.openxmlformats.org/drawingml/2006/main">
              <a:ext uri="{FF2B5EF4-FFF2-40B4-BE49-F238E27FC236}">
                <a16:creationId xmlns:a16="http://schemas.microsoft.com/office/drawing/2014/main" id="{D512146E-7326-4E69-8E0E-5C93523B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Company control remains unclear after enquiries.</a:t>
            </a:r>
          </a:p>
        </p:txBody>
      </p:sp>
      <p:sp>
        <p:nvSpPr>
          <p:cNvPr id="40" name="hit-H">
            <ns0:hlinkClick xmlns:ns0="http://schemas.openxmlformats.org/drawingml/2006/main" xmlns:ns1="http://schemas.openxmlformats.org/officeDocument/2006/relationships" ns1:id="rIdGame7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2E7F6B12-D01B-443F-8CDA-9A771C7C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29D77E-BF08-41A8-89BD-FC4ADC5668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e534f3d394c89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42" name="tile-title-I">
            <a:extLst xmlns:a="http://schemas.openxmlformats.org/drawingml/2006/main">
              <a:ext uri="{FF2B5EF4-FFF2-40B4-BE49-F238E27FC236}">
                <a16:creationId xmlns:a16="http://schemas.microsoft.com/office/drawing/2014/main" id="{F8B52346-B839-4CF5-B11F-DD978255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I   Overseas tuition</a:t>
            </a:r>
          </a:p>
        </p:txBody>
      </p:sp>
      <p:sp>
        <p:nvSpPr>
          <p:cNvPr id="43" name="tile-body-I">
            <a:extLst xmlns:a="http://schemas.openxmlformats.org/drawingml/2006/main">
              <a:ext uri="{FF2B5EF4-FFF2-40B4-BE49-F238E27FC236}">
                <a16:creationId xmlns:a16="http://schemas.microsoft.com/office/drawing/2014/main" id="{0072119E-F80C-47F2-8E59-0895E7A1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Verified school. The payment matches checked fees.</a:t>
            </a:r>
          </a:p>
        </p:txBody>
      </p:sp>
      <p:sp>
        <p:nvSpPr>
          <p:cNvPr id="44" name="hit-I">
            <ns0:hlinkClick xmlns:ns0="http://schemas.openxmlformats.org/drawingml/2006/main" xmlns:ns1="http://schemas.openxmlformats.org/officeDocument/2006/relationships" ns1:id="rIdGame8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FD3632FC-02B1-4852-87C9-3437B32B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5" name="status">
            <a:extLst xmlns:a="http://schemas.openxmlformats.org/drawingml/2006/main">
              <a:ext uri="{FF2B5EF4-FFF2-40B4-BE49-F238E27FC236}">
                <a16:creationId xmlns:a16="http://schemas.microsoft.com/office/drawing/2014/main" id="{305351BA-A055-4BFA-A485-215FF75D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62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GOOD HIT: the flagged tile is locked. Find the remaining concerns.</a:t>
            </a:r>
          </a:p>
        </p:txBody>
      </p:sp>
      <p:sp>
        <p:nvSpPr>
          <p:cNvPr id="46" name="restart">
            <ns0:hlinkClick xmlns:ns0="http://schemas.openxmlformats.org/drawingml/2006/main" xmlns:ns1="http://schemas.openxmlformats.org/officeDocument/2006/relationships" ns1:id="rIdGame9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D45514CE-B53D-4CB5-9290-C0F6BF3E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62800"/>
            <a:ext cx="1714500" cy="333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  <p:sp>
        <p:nvSpPr>
          <p:cNvPr id="47" name="rules-link">
            <ns0:hlinkClick xmlns:ns0="http://schemas.openxmlformats.org/drawingml/2006/main" xmlns:ns1="http://schemas.openxmlformats.org/officeDocument/2006/relationships" ns1:id="rIdGame10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1034417D-6BA8-424C-853B-E0D342C8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95325"/>
            <a:ext cx="1381125" cy="2762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961907117"/>
      </p:ext>
    </p:extLst>
  </p:cSld>
  <p:transition xmlns:ns1="http://schemas.microsoft.com/office/powerpoint/2010/main" advClick="0" spd="fast" ns1:dur="180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5C6E29-7755-4F86-A38E-8E42FB206A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1c35eabb6470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8AE2E585-0B8E-4C70-9C11-9452A814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B844BEC3-4B2D-4818-89D8-143709CE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FLAGS FOUND  1 / 3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F55BA2A9-3851-4874-80E7-382F8E26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2F6C70E5-68A4-4BD6-9A12-BE9CB3BD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69829E6D-6916-44C8-AA5B-33A3AAA1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AF467BBB-98FB-435B-B716-1EEF6EAD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2 / 2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0AC5E5F-3486-40C8-84B9-29D1AD2E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38275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Which cases need a closer look?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0AA37-8350-4FFA-9D82-14063197DB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fb5b570154923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0" name="tile-title-A">
            <a:extLst xmlns:a="http://schemas.openxmlformats.org/drawingml/2006/main">
              <a:ext uri="{FF2B5EF4-FFF2-40B4-BE49-F238E27FC236}">
                <a16:creationId xmlns:a16="http://schemas.microsoft.com/office/drawing/2014/main" id="{099B09FC-5395-4A4B-A7F5-E522E667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A   Festival cash</a:t>
            </a:r>
          </a:p>
        </p:txBody>
      </p:sp>
      <p:sp>
        <p:nvSpPr>
          <p:cNvPr id="11" name="tile-body-A">
            <a:extLst xmlns:a="http://schemas.openxmlformats.org/drawingml/2006/main">
              <a:ext uri="{FF2B5EF4-FFF2-40B4-BE49-F238E27FC236}">
                <a16:creationId xmlns:a16="http://schemas.microsoft.com/office/drawing/2014/main" id="{87DEB7D4-DC92-4714-A358-DAD576CC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Seasonal takings fit checked sales records.</a:t>
            </a:r>
          </a:p>
        </p:txBody>
      </p:sp>
      <p:sp>
        <p:nvSpPr>
          <p:cNvPr id="12" name="hit-A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BD80F16C-D86C-409E-B654-DBB57482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669F8-DCAF-4E03-80AF-63E2D38E11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a695a63c743cc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4" name="tile-title-B">
            <a:extLst xmlns:a="http://schemas.openxmlformats.org/drawingml/2006/main">
              <a:ext uri="{FF2B5EF4-FFF2-40B4-BE49-F238E27FC236}">
                <a16:creationId xmlns:a16="http://schemas.microsoft.com/office/drawing/2014/main" id="{776B06EB-0CA2-4F4A-9183-A1EC815F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B   Cold account</a:t>
            </a:r>
          </a:p>
        </p:txBody>
      </p:sp>
      <p:sp>
        <p:nvSpPr>
          <p:cNvPr id="15" name="tile-body-B">
            <a:extLst xmlns:a="http://schemas.openxmlformats.org/drawingml/2006/main">
              <a:ext uri="{FF2B5EF4-FFF2-40B4-BE49-F238E27FC236}">
                <a16:creationId xmlns:a16="http://schemas.microsoft.com/office/drawing/2014/main" id="{C500AB66-36E1-48F7-8C45-7E14123F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Unrelated credits rush out. The purpose is unexplained.</a:t>
            </a:r>
          </a:p>
        </p:txBody>
      </p:sp>
      <p:sp>
        <p:nvSpPr>
          <p:cNvPr id="16" name="hit-B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8F4952B4-EC10-4780-AFAA-A353B348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17DEE4-0D9C-43A9-A1BB-712E7D47BC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0c6772740444d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8" name="tile-title-C">
            <a:extLst xmlns:a="http://schemas.openxmlformats.org/drawingml/2006/main">
              <a:ext uri="{FF2B5EF4-FFF2-40B4-BE49-F238E27FC236}">
                <a16:creationId xmlns:a16="http://schemas.microsoft.com/office/drawing/2014/main" id="{4285A619-F779-468C-9571-33C1F3F0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   A bigger payslip</a:t>
            </a:r>
          </a:p>
        </p:txBody>
      </p:sp>
      <p:sp>
        <p:nvSpPr>
          <p:cNvPr id="19" name="tile-body-C">
            <a:extLst xmlns:a="http://schemas.openxmlformats.org/drawingml/2006/main">
              <a:ext uri="{FF2B5EF4-FFF2-40B4-BE49-F238E27FC236}">
                <a16:creationId xmlns:a16="http://schemas.microsoft.com/office/drawing/2014/main" id="{F7F348DD-226E-44D7-B8AA-3949C80E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A bonus letter supports the employer’s payment.</a:t>
            </a:r>
          </a:p>
        </p:txBody>
      </p:sp>
      <p:sp>
        <p:nvSpPr>
          <p:cNvPr id="20" name="hit-C">
            <ns0:hlinkClick xmlns:ns0="http://schemas.openxmlformats.org/drawingml/2006/main" xmlns:ns1="http://schemas.openxmlformats.org/officeDocument/2006/relationships" ns1:id="rIdGame3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D4A17373-2BCD-4E5F-9E4C-5FCB82BA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51558-63DF-4C5A-984D-4390B8B1DA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13c7642d54a47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2" name="tile-title-D">
            <a:extLst xmlns:a="http://schemas.openxmlformats.org/drawingml/2006/main">
              <a:ext uri="{FF2B5EF4-FFF2-40B4-BE49-F238E27FC236}">
                <a16:creationId xmlns:a16="http://schemas.microsoft.com/office/drawing/2014/main" id="{0851CC05-F3B4-4DC9-B9B0-38ADC81E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D   Freelance work</a:t>
            </a:r>
          </a:p>
        </p:txBody>
      </p:sp>
      <p:sp>
        <p:nvSpPr>
          <p:cNvPr id="23" name="tile-body-D">
            <a:extLst xmlns:a="http://schemas.openxmlformats.org/drawingml/2006/main">
              <a:ext uri="{FF2B5EF4-FFF2-40B4-BE49-F238E27FC236}">
                <a16:creationId xmlns:a16="http://schemas.microsoft.com/office/drawing/2014/main" id="{D47F68D0-3634-47EB-867A-C1BE478C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Client payments match checked invoices and work.</a:t>
            </a:r>
          </a:p>
        </p:txBody>
      </p:sp>
      <p:sp>
        <p:nvSpPr>
          <p:cNvPr id="24" name="hit-D">
            <ns0:hlinkClick xmlns:ns0="http://schemas.openxmlformats.org/drawingml/2006/main" xmlns:ns1="http://schemas.openxmlformats.org/officeDocument/2006/relationships" ns1:id="rIdGame4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2E9B9E43-C89C-4BA6-B9EB-642D7D22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8657D6-A9FF-482F-8495-D6ADEEA1E1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1062cf1cf435b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6" name="hit-border-E">
            <a:extLst xmlns:a="http://schemas.openxmlformats.org/drawingml/2006/main">
              <a:ext uri="{FF2B5EF4-FFF2-40B4-BE49-F238E27FC236}">
                <a16:creationId xmlns:a16="http://schemas.microsoft.com/office/drawing/2014/main" id="{AC0B59ED-5F77-4BFA-B5D6-A555D81E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48100"/>
            <a:ext cx="384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E2ED"/>
            </a:solidFill>
            <a:prstDash val="solid"/>
          </a:ln>
        </p:spPr>
      </p:sp>
      <p:sp>
        <p:nvSpPr>
          <p:cNvPr id="27" name="tile-title-E">
            <a:extLst xmlns:a="http://schemas.openxmlformats.org/drawingml/2006/main">
              <a:ext uri="{FF2B5EF4-FFF2-40B4-BE49-F238E27FC236}">
                <a16:creationId xmlns:a16="http://schemas.microsoft.com/office/drawing/2014/main" id="{A795EB9A-B038-4DDD-9177-102C0413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E   FLAGGED +100</a:t>
            </a:r>
          </a:p>
        </p:txBody>
      </p:sp>
      <p:sp>
        <p:nvSpPr>
          <p:cNvPr id="28" name="tile-body-E">
            <a:extLst xmlns:a="http://schemas.openxmlformats.org/drawingml/2006/main">
              <a:ext uri="{FF2B5EF4-FFF2-40B4-BE49-F238E27FC236}">
                <a16:creationId xmlns:a16="http://schemas.microsoft.com/office/drawing/2014/main" id="{D88375B4-9423-46B3-B6C9-2EB85202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The unsupported recipient link needs further review.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94D135-2E38-4AD2-95E9-D9141F0B8D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7d067523e4310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0" name="tile-title-F">
            <a:extLst xmlns:a="http://schemas.openxmlformats.org/drawingml/2006/main">
              <a:ext uri="{FF2B5EF4-FFF2-40B4-BE49-F238E27FC236}">
                <a16:creationId xmlns:a16="http://schemas.microsoft.com/office/drawing/2014/main" id="{D2CCFA04-0221-4E6D-AAD5-F98B0431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F   House sale</a:t>
            </a:r>
          </a:p>
        </p:txBody>
      </p:sp>
      <p:sp>
        <p:nvSpPr>
          <p:cNvPr id="31" name="tile-body-F">
            <a:extLst xmlns:a="http://schemas.openxmlformats.org/drawingml/2006/main">
              <a:ext uri="{FF2B5EF4-FFF2-40B4-BE49-F238E27FC236}">
                <a16:creationId xmlns:a16="http://schemas.microsoft.com/office/drawing/2014/main" id="{7857B091-77D4-4516-8C59-E7199F2F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Sale records and the buyer’s payment check out.</a:t>
            </a:r>
          </a:p>
        </p:txBody>
      </p:sp>
      <p:sp>
        <p:nvSpPr>
          <p:cNvPr id="32" name="hit-F">
            <ns0:hlinkClick xmlns:ns0="http://schemas.openxmlformats.org/drawingml/2006/main" xmlns:ns1="http://schemas.openxmlformats.org/officeDocument/2006/relationships" ns1:id="rIdGame5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5B518D32-F02B-4E0D-AAC6-1F80ABB2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A07581-3BA7-49CD-A7C9-ED648E28A4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766be81624bdd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4" name="tile-title-G">
            <a:extLst xmlns:a="http://schemas.openxmlformats.org/drawingml/2006/main">
              <a:ext uri="{FF2B5EF4-FFF2-40B4-BE49-F238E27FC236}">
                <a16:creationId xmlns:a16="http://schemas.microsoft.com/office/drawing/2014/main" id="{0EC2D0A4-A74D-4BF8-A380-BA916321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G   Supplier payment</a:t>
            </a:r>
          </a:p>
        </p:txBody>
      </p:sp>
      <p:sp>
        <p:nvSpPr>
          <p:cNvPr id="35" name="tile-body-G">
            <a:extLst xmlns:a="http://schemas.openxmlformats.org/drawingml/2006/main">
              <a:ext uri="{FF2B5EF4-FFF2-40B4-BE49-F238E27FC236}">
                <a16:creationId xmlns:a16="http://schemas.microsoft.com/office/drawing/2014/main" id="{E16E0938-92A7-49C8-A404-3F19E97A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invoice and delivery records match the payment.</a:t>
            </a:r>
          </a:p>
        </p:txBody>
      </p:sp>
      <p:sp>
        <p:nvSpPr>
          <p:cNvPr id="36" name="hit-G">
            <ns0:hlinkClick xmlns:ns0="http://schemas.openxmlformats.org/drawingml/2006/main" xmlns:ns1="http://schemas.openxmlformats.org/officeDocument/2006/relationships" ns1:id="rIdGame6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3B006EED-B7E3-4A71-BA42-37317E54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4A67C2-24F8-4F28-AD03-4968C03BFD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deb6171a34289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8" name="tile-title-H">
            <a:extLst xmlns:a="http://schemas.openxmlformats.org/drawingml/2006/main">
              <a:ext uri="{FF2B5EF4-FFF2-40B4-BE49-F238E27FC236}">
                <a16:creationId xmlns:a16="http://schemas.microsoft.com/office/drawing/2014/main" id="{095D5420-1A8F-45AE-884D-3E1790F2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H   Who controls it?</a:t>
            </a:r>
          </a:p>
        </p:txBody>
      </p:sp>
      <p:sp>
        <p:nvSpPr>
          <p:cNvPr id="39" name="tile-body-H">
            <a:extLst xmlns:a="http://schemas.openxmlformats.org/drawingml/2006/main">
              <a:ext uri="{FF2B5EF4-FFF2-40B4-BE49-F238E27FC236}">
                <a16:creationId xmlns:a16="http://schemas.microsoft.com/office/drawing/2014/main" id="{84979412-58EE-46E3-8C42-3624C9A5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Company control remains unclear after enquiries.</a:t>
            </a:r>
          </a:p>
        </p:txBody>
      </p:sp>
      <p:sp>
        <p:nvSpPr>
          <p:cNvPr id="40" name="hit-H">
            <ns0:hlinkClick xmlns:ns0="http://schemas.openxmlformats.org/drawingml/2006/main" xmlns:ns1="http://schemas.openxmlformats.org/officeDocument/2006/relationships" ns1:id="rIdGame7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04A68BFA-EFD9-4970-B79D-43BDFE07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3D327E-47A5-46E4-A4FA-0A7438E9F7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d9d38348b48f8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42" name="tile-title-I">
            <a:extLst xmlns:a="http://schemas.openxmlformats.org/drawingml/2006/main">
              <a:ext uri="{FF2B5EF4-FFF2-40B4-BE49-F238E27FC236}">
                <a16:creationId xmlns:a16="http://schemas.microsoft.com/office/drawing/2014/main" id="{C4A7E7D1-3497-4015-8926-CAE3965C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I   Overseas tuition</a:t>
            </a:r>
          </a:p>
        </p:txBody>
      </p:sp>
      <p:sp>
        <p:nvSpPr>
          <p:cNvPr id="43" name="tile-body-I">
            <a:extLst xmlns:a="http://schemas.openxmlformats.org/drawingml/2006/main">
              <a:ext uri="{FF2B5EF4-FFF2-40B4-BE49-F238E27FC236}">
                <a16:creationId xmlns:a16="http://schemas.microsoft.com/office/drawing/2014/main" id="{E7A17D40-839A-4DCA-87E9-568F4830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Verified school. The payment matches checked fees.</a:t>
            </a:r>
          </a:p>
        </p:txBody>
      </p:sp>
      <p:sp>
        <p:nvSpPr>
          <p:cNvPr id="44" name="hit-I">
            <ns0:hlinkClick xmlns:ns0="http://schemas.openxmlformats.org/drawingml/2006/main" xmlns:ns1="http://schemas.openxmlformats.org/officeDocument/2006/relationships" ns1:id="rIdGame8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01A76504-50F3-4D44-832B-AD52A0EA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5" name="status">
            <a:extLst xmlns:a="http://schemas.openxmlformats.org/drawingml/2006/main">
              <a:ext uri="{FF2B5EF4-FFF2-40B4-BE49-F238E27FC236}">
                <a16:creationId xmlns:a16="http://schemas.microsoft.com/office/drawing/2014/main" id="{15D90D54-1F71-43C9-BC75-FC8CB133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62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GOOD HIT: the flagged tile is locked. Find the remaining concerns.</a:t>
            </a:r>
          </a:p>
        </p:txBody>
      </p:sp>
      <p:sp>
        <p:nvSpPr>
          <p:cNvPr id="46" name="restart">
            <ns0:hlinkClick xmlns:ns0="http://schemas.openxmlformats.org/drawingml/2006/main" xmlns:ns1="http://schemas.openxmlformats.org/officeDocument/2006/relationships" ns1:id="rIdGame9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6EED4221-6D1E-44F3-9A31-D046C067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62800"/>
            <a:ext cx="1714500" cy="333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  <p:sp>
        <p:nvSpPr>
          <p:cNvPr id="47" name="rules-link">
            <ns0:hlinkClick xmlns:ns0="http://schemas.openxmlformats.org/drawingml/2006/main" xmlns:ns1="http://schemas.openxmlformats.org/officeDocument/2006/relationships" ns1:id="rIdGame10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C9D8EA0C-D2C5-4CC6-B63B-645318C8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95325"/>
            <a:ext cx="1381125" cy="2762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619651239"/>
      </p:ext>
    </p:extLst>
  </p:cSld>
  <p:transition xmlns:ns1="http://schemas.microsoft.com/office/powerpoint/2010/main" advClick="0" spd="fast" ns1:dur="180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3AAA58-FB13-44A0-A597-E09DC70DAD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2297e08e7415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814389D1-9026-4635-B2A2-FB4709DF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26612C90-5274-4172-B124-6DA727EE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FLAGS FOUND  2 / 3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87C16B77-2E2B-4478-8F78-7C942AD1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B8E04FD7-30F5-419D-8D7C-3DB2DD6C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EAF83FDD-3B04-4E71-94CB-8F48BEFC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1AC43B5B-9B8D-49D1-AFCE-5E1915A1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2 / 2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21EB610-4EF4-4324-90AF-E8BDC7A5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38275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Which cases need a closer look?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740D1-7F8A-478D-BA94-FDC196A54C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3287f7e214bfa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0" name="tile-title-A">
            <a:extLst xmlns:a="http://schemas.openxmlformats.org/drawingml/2006/main">
              <a:ext uri="{FF2B5EF4-FFF2-40B4-BE49-F238E27FC236}">
                <a16:creationId xmlns:a16="http://schemas.microsoft.com/office/drawing/2014/main" id="{2743EC8D-E02E-4F64-8A91-C50305D8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A   Festival cash</a:t>
            </a:r>
          </a:p>
        </p:txBody>
      </p:sp>
      <p:sp>
        <p:nvSpPr>
          <p:cNvPr id="11" name="tile-body-A">
            <a:extLst xmlns:a="http://schemas.openxmlformats.org/drawingml/2006/main">
              <a:ext uri="{FF2B5EF4-FFF2-40B4-BE49-F238E27FC236}">
                <a16:creationId xmlns:a16="http://schemas.microsoft.com/office/drawing/2014/main" id="{27E110A5-3AB6-4F4A-82A0-337D65FA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Seasonal takings fit checked sales records.</a:t>
            </a:r>
          </a:p>
        </p:txBody>
      </p:sp>
      <p:sp>
        <p:nvSpPr>
          <p:cNvPr id="12" name="hit-A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F0045924-3C3A-4DE5-8F8A-758AF32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38FB9-0474-48C5-A088-286361C62C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9089d0013473b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4" name="hit-border-B">
            <a:extLst xmlns:a="http://schemas.openxmlformats.org/drawingml/2006/main">
              <a:ext uri="{FF2B5EF4-FFF2-40B4-BE49-F238E27FC236}">
                <a16:creationId xmlns:a16="http://schemas.microsoft.com/office/drawing/2014/main" id="{9CD4DCE3-E11D-476A-9EA0-2E29F2E3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38375"/>
            <a:ext cx="384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E2ED"/>
            </a:solidFill>
            <a:prstDash val="solid"/>
          </a:ln>
        </p:spPr>
      </p:sp>
      <p:sp>
        <p:nvSpPr>
          <p:cNvPr id="15" name="tile-title-B">
            <a:extLst xmlns:a="http://schemas.openxmlformats.org/drawingml/2006/main">
              <a:ext uri="{FF2B5EF4-FFF2-40B4-BE49-F238E27FC236}">
                <a16:creationId xmlns:a16="http://schemas.microsoft.com/office/drawing/2014/main" id="{24041E18-F54F-40CF-9B76-1EDB3E6D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B   FLAGGED +100</a:t>
            </a:r>
          </a:p>
        </p:txBody>
      </p:sp>
      <p:sp>
        <p:nvSpPr>
          <p:cNvPr id="16" name="tile-body-B">
            <a:extLst xmlns:a="http://schemas.openxmlformats.org/drawingml/2006/main">
              <a:ext uri="{FF2B5EF4-FFF2-40B4-BE49-F238E27FC236}">
                <a16:creationId xmlns:a16="http://schemas.microsoft.com/office/drawing/2014/main" id="{FA53272C-C46D-4F20-8A7E-C0C15601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The unusual flow needs an explanation and further review.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C625D-6E1B-4097-A30D-882D58A27A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d6de89a004665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8" name="tile-title-C">
            <a:extLst xmlns:a="http://schemas.openxmlformats.org/drawingml/2006/main">
              <a:ext uri="{FF2B5EF4-FFF2-40B4-BE49-F238E27FC236}">
                <a16:creationId xmlns:a16="http://schemas.microsoft.com/office/drawing/2014/main" id="{6A5E1F1E-9F9D-48EE-831A-B8FFC0DA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   A bigger payslip</a:t>
            </a:r>
          </a:p>
        </p:txBody>
      </p:sp>
      <p:sp>
        <p:nvSpPr>
          <p:cNvPr id="19" name="tile-body-C">
            <a:extLst xmlns:a="http://schemas.openxmlformats.org/drawingml/2006/main">
              <a:ext uri="{FF2B5EF4-FFF2-40B4-BE49-F238E27FC236}">
                <a16:creationId xmlns:a16="http://schemas.microsoft.com/office/drawing/2014/main" id="{DC03AC23-6757-4FD0-8DC1-3765E043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A bonus letter supports the employer’s payment.</a:t>
            </a:r>
          </a:p>
        </p:txBody>
      </p:sp>
      <p:sp>
        <p:nvSpPr>
          <p:cNvPr id="20" name="hit-C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3D6CF131-A6AE-4433-870B-70C9D85D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B58D26-D184-4F64-BBBE-EAA393DFEF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20474ebda491c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2" name="tile-title-D">
            <a:extLst xmlns:a="http://schemas.openxmlformats.org/drawingml/2006/main">
              <a:ext uri="{FF2B5EF4-FFF2-40B4-BE49-F238E27FC236}">
                <a16:creationId xmlns:a16="http://schemas.microsoft.com/office/drawing/2014/main" id="{1C7CBC1B-3467-4820-A668-2BD8DC36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D   Freelance work</a:t>
            </a:r>
          </a:p>
        </p:txBody>
      </p:sp>
      <p:sp>
        <p:nvSpPr>
          <p:cNvPr id="23" name="tile-body-D">
            <a:extLst xmlns:a="http://schemas.openxmlformats.org/drawingml/2006/main">
              <a:ext uri="{FF2B5EF4-FFF2-40B4-BE49-F238E27FC236}">
                <a16:creationId xmlns:a16="http://schemas.microsoft.com/office/drawing/2014/main" id="{8E749533-72A7-4D47-8ED2-C3D391E0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Client payments match checked invoices and work.</a:t>
            </a:r>
          </a:p>
        </p:txBody>
      </p:sp>
      <p:sp>
        <p:nvSpPr>
          <p:cNvPr id="24" name="hit-D">
            <ns0:hlinkClick xmlns:ns0="http://schemas.openxmlformats.org/drawingml/2006/main" xmlns:ns1="http://schemas.openxmlformats.org/officeDocument/2006/relationships" ns1:id="rIdGame3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EA7B8B04-4967-492C-A279-88288804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BAC45-751C-4865-AF25-12E0342DF7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b77ec6df24672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6" name="hit-border-E">
            <a:extLst xmlns:a="http://schemas.openxmlformats.org/drawingml/2006/main">
              <a:ext uri="{FF2B5EF4-FFF2-40B4-BE49-F238E27FC236}">
                <a16:creationId xmlns:a16="http://schemas.microsoft.com/office/drawing/2014/main" id="{406919BE-FA18-44A7-9D7C-4834C87C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48100"/>
            <a:ext cx="384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E2ED"/>
            </a:solidFill>
            <a:prstDash val="solid"/>
          </a:ln>
        </p:spPr>
      </p:sp>
      <p:sp>
        <p:nvSpPr>
          <p:cNvPr id="27" name="tile-title-E">
            <a:extLst xmlns:a="http://schemas.openxmlformats.org/drawingml/2006/main">
              <a:ext uri="{FF2B5EF4-FFF2-40B4-BE49-F238E27FC236}">
                <a16:creationId xmlns:a16="http://schemas.microsoft.com/office/drawing/2014/main" id="{2CA5C0D5-B872-496E-8CCA-78A34800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E   FLAGGED +100</a:t>
            </a:r>
          </a:p>
        </p:txBody>
      </p:sp>
      <p:sp>
        <p:nvSpPr>
          <p:cNvPr id="28" name="tile-body-E">
            <a:extLst xmlns:a="http://schemas.openxmlformats.org/drawingml/2006/main">
              <a:ext uri="{FF2B5EF4-FFF2-40B4-BE49-F238E27FC236}">
                <a16:creationId xmlns:a16="http://schemas.microsoft.com/office/drawing/2014/main" id="{9E1EE0B6-8971-4319-87CB-BE0D5B11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The unsupported recipient link needs further review.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A17726-811C-4249-B74B-B2D5C3EAE3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3c737b2e645ab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0" name="tile-title-F">
            <a:extLst xmlns:a="http://schemas.openxmlformats.org/drawingml/2006/main">
              <a:ext uri="{FF2B5EF4-FFF2-40B4-BE49-F238E27FC236}">
                <a16:creationId xmlns:a16="http://schemas.microsoft.com/office/drawing/2014/main" id="{B836AF37-AF67-4E15-A9EF-9B71280A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F   House sale</a:t>
            </a:r>
          </a:p>
        </p:txBody>
      </p:sp>
      <p:sp>
        <p:nvSpPr>
          <p:cNvPr id="31" name="tile-body-F">
            <a:extLst xmlns:a="http://schemas.openxmlformats.org/drawingml/2006/main">
              <a:ext uri="{FF2B5EF4-FFF2-40B4-BE49-F238E27FC236}">
                <a16:creationId xmlns:a16="http://schemas.microsoft.com/office/drawing/2014/main" id="{CA1AA5B4-761F-4756-B529-C06AED5D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Sale records and the buyer’s payment check out.</a:t>
            </a:r>
          </a:p>
        </p:txBody>
      </p:sp>
      <p:sp>
        <p:nvSpPr>
          <p:cNvPr id="32" name="hit-F">
            <ns0:hlinkClick xmlns:ns0="http://schemas.openxmlformats.org/drawingml/2006/main" xmlns:ns1="http://schemas.openxmlformats.org/officeDocument/2006/relationships" ns1:id="rIdGame4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9CAE80F6-BFED-4953-99A7-A5B83912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0F86E7-5A62-4123-B6ED-6F8E234FD7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814b1e28f4eeb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4" name="tile-title-G">
            <a:extLst xmlns:a="http://schemas.openxmlformats.org/drawingml/2006/main">
              <a:ext uri="{FF2B5EF4-FFF2-40B4-BE49-F238E27FC236}">
                <a16:creationId xmlns:a16="http://schemas.microsoft.com/office/drawing/2014/main" id="{C4D9F3DC-7196-4287-9C3F-C183C999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G   Supplier payment</a:t>
            </a:r>
          </a:p>
        </p:txBody>
      </p:sp>
      <p:sp>
        <p:nvSpPr>
          <p:cNvPr id="35" name="tile-body-G">
            <a:extLst xmlns:a="http://schemas.openxmlformats.org/drawingml/2006/main">
              <a:ext uri="{FF2B5EF4-FFF2-40B4-BE49-F238E27FC236}">
                <a16:creationId xmlns:a16="http://schemas.microsoft.com/office/drawing/2014/main" id="{9B2EC101-99EF-47FC-83D5-2BBD82A4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invoice and delivery records match the payment.</a:t>
            </a:r>
          </a:p>
        </p:txBody>
      </p:sp>
      <p:sp>
        <p:nvSpPr>
          <p:cNvPr id="36" name="hit-G">
            <ns0:hlinkClick xmlns:ns0="http://schemas.openxmlformats.org/drawingml/2006/main" xmlns:ns1="http://schemas.openxmlformats.org/officeDocument/2006/relationships" ns1:id="rIdGame5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98250FA5-C1B6-4C8E-A6DF-7D0CD072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1B723D-CFA8-4630-866E-2E0E25B7C6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3e48ab48f481b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8" name="tile-title-H">
            <a:extLst xmlns:a="http://schemas.openxmlformats.org/drawingml/2006/main">
              <a:ext uri="{FF2B5EF4-FFF2-40B4-BE49-F238E27FC236}">
                <a16:creationId xmlns:a16="http://schemas.microsoft.com/office/drawing/2014/main" id="{9990B448-9A97-4BEB-A5E1-DD7ED343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H   Who controls it?</a:t>
            </a:r>
          </a:p>
        </p:txBody>
      </p:sp>
      <p:sp>
        <p:nvSpPr>
          <p:cNvPr id="39" name="tile-body-H">
            <a:extLst xmlns:a="http://schemas.openxmlformats.org/drawingml/2006/main">
              <a:ext uri="{FF2B5EF4-FFF2-40B4-BE49-F238E27FC236}">
                <a16:creationId xmlns:a16="http://schemas.microsoft.com/office/drawing/2014/main" id="{F7B96860-09A6-458E-8861-69C5889B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Company control remains unclear after enquiries.</a:t>
            </a:r>
          </a:p>
        </p:txBody>
      </p:sp>
      <p:sp>
        <p:nvSpPr>
          <p:cNvPr id="40" name="hit-H">
            <ns0:hlinkClick xmlns:ns0="http://schemas.openxmlformats.org/drawingml/2006/main" xmlns:ns1="http://schemas.openxmlformats.org/officeDocument/2006/relationships" ns1:id="rIdGame6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3C0875E6-FDAF-45B5-8671-51304ED3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D6AC2D-1C67-4563-8F21-EE87F159DD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a4c6e2be34914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42" name="tile-title-I">
            <a:extLst xmlns:a="http://schemas.openxmlformats.org/drawingml/2006/main">
              <a:ext uri="{FF2B5EF4-FFF2-40B4-BE49-F238E27FC236}">
                <a16:creationId xmlns:a16="http://schemas.microsoft.com/office/drawing/2014/main" id="{E7CFB416-4515-4974-9723-7F4B2231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I   Overseas tuition</a:t>
            </a:r>
          </a:p>
        </p:txBody>
      </p:sp>
      <p:sp>
        <p:nvSpPr>
          <p:cNvPr id="43" name="tile-body-I">
            <a:extLst xmlns:a="http://schemas.openxmlformats.org/drawingml/2006/main">
              <a:ext uri="{FF2B5EF4-FFF2-40B4-BE49-F238E27FC236}">
                <a16:creationId xmlns:a16="http://schemas.microsoft.com/office/drawing/2014/main" id="{BA01A81A-F4C3-47BE-8DB2-CB65A051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Verified school. The payment matches checked fees.</a:t>
            </a:r>
          </a:p>
        </p:txBody>
      </p:sp>
      <p:sp>
        <p:nvSpPr>
          <p:cNvPr id="44" name="hit-I">
            <ns0:hlinkClick xmlns:ns0="http://schemas.openxmlformats.org/drawingml/2006/main" xmlns:ns1="http://schemas.openxmlformats.org/officeDocument/2006/relationships" ns1:id="rIdGame7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8DDB05E9-EB67-438F-8F56-B3D5F4FC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5" name="status">
            <a:extLst xmlns:a="http://schemas.openxmlformats.org/drawingml/2006/main">
              <a:ext uri="{FF2B5EF4-FFF2-40B4-BE49-F238E27FC236}">
                <a16:creationId xmlns:a16="http://schemas.microsoft.com/office/drawing/2014/main" id="{C7390985-7CE9-46C4-8EC9-0F9A031E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62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GOOD HIT: the flagged tile is locked. Find the remaining concerns.</a:t>
            </a:r>
          </a:p>
        </p:txBody>
      </p:sp>
      <p:sp>
        <p:nvSpPr>
          <p:cNvPr id="46" name="restart">
            <ns0:hlinkClick xmlns:ns0="http://schemas.openxmlformats.org/drawingml/2006/main" xmlns:ns1="http://schemas.openxmlformats.org/officeDocument/2006/relationships" ns1:id="rIdGame8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10E55511-2773-4C52-ABF4-ED727054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62800"/>
            <a:ext cx="1714500" cy="333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  <p:sp>
        <p:nvSpPr>
          <p:cNvPr id="47" name="rules-link">
            <ns0:hlinkClick xmlns:ns0="http://schemas.openxmlformats.org/drawingml/2006/main" xmlns:ns1="http://schemas.openxmlformats.org/officeDocument/2006/relationships" ns1:id="rIdGame9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44FC4699-876C-4764-9EF1-5A444146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95325"/>
            <a:ext cx="1381125" cy="2762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273685531"/>
      </p:ext>
    </p:extLst>
  </p:cSld>
  <p:transition xmlns:ns1="http://schemas.microsoft.com/office/powerpoint/2010/main" advClick="0" spd="fast" ns1:dur="180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846932-BDEA-4F50-A4BD-13502DFFB5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4dc6a05cd4f4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EC450B8A-6173-4AD4-BD6C-FB4D1CF4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2D3E9975-9AD6-466B-8218-BBA4A4A6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FLAGS FOUND  1 / 3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B8B3BC29-D9ED-412D-ADB9-15FC7061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05FE44F3-52C9-4DB7-AA35-241B4E9C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845CDC5B-8E5F-42B8-9BE7-E9312EB8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246BF469-6950-4F97-B749-7DE4E3FA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2 / 2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8A7AD8C-69A1-45CB-B5C7-1AF4C822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38275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Which cases need a closer look?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60D39-D0E4-41CB-B13E-D80586D627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c54680fb14b4f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0" name="tile-title-A">
            <a:extLst xmlns:a="http://schemas.openxmlformats.org/drawingml/2006/main">
              <a:ext uri="{FF2B5EF4-FFF2-40B4-BE49-F238E27FC236}">
                <a16:creationId xmlns:a16="http://schemas.microsoft.com/office/drawing/2014/main" id="{7DAEF895-ADBB-466F-BB89-EE19549E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A   Festival cash</a:t>
            </a:r>
          </a:p>
        </p:txBody>
      </p:sp>
      <p:sp>
        <p:nvSpPr>
          <p:cNvPr id="11" name="tile-body-A">
            <a:extLst xmlns:a="http://schemas.openxmlformats.org/drawingml/2006/main">
              <a:ext uri="{FF2B5EF4-FFF2-40B4-BE49-F238E27FC236}">
                <a16:creationId xmlns:a16="http://schemas.microsoft.com/office/drawing/2014/main" id="{1AC04BA5-F8A4-4876-AE5E-41906CDD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Seasonal takings fit checked sales records.</a:t>
            </a:r>
          </a:p>
        </p:txBody>
      </p:sp>
      <p:sp>
        <p:nvSpPr>
          <p:cNvPr id="12" name="hit-A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FDC6F55C-5409-48E8-AA38-1DE27667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51F32-9715-495E-855C-4B984A2348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2e426b9c24d94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4" name="tile-title-B">
            <a:extLst xmlns:a="http://schemas.openxmlformats.org/drawingml/2006/main">
              <a:ext uri="{FF2B5EF4-FFF2-40B4-BE49-F238E27FC236}">
                <a16:creationId xmlns:a16="http://schemas.microsoft.com/office/drawing/2014/main" id="{3292B6DE-1D47-47A4-B80A-ACA41348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B   Cold account</a:t>
            </a:r>
          </a:p>
        </p:txBody>
      </p:sp>
      <p:sp>
        <p:nvSpPr>
          <p:cNvPr id="15" name="tile-body-B">
            <a:extLst xmlns:a="http://schemas.openxmlformats.org/drawingml/2006/main">
              <a:ext uri="{FF2B5EF4-FFF2-40B4-BE49-F238E27FC236}">
                <a16:creationId xmlns:a16="http://schemas.microsoft.com/office/drawing/2014/main" id="{12F953FA-132F-4FF0-826F-B6E21FAA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Unrelated credits rush out. The purpose is unexplained.</a:t>
            </a:r>
          </a:p>
        </p:txBody>
      </p:sp>
      <p:sp>
        <p:nvSpPr>
          <p:cNvPr id="16" name="hit-B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8A37ECF0-1FF9-492E-A052-34A41487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CADFC-849F-4F2D-A881-9EE7B5F88A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0bf70c6964185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8" name="tile-title-C">
            <a:extLst xmlns:a="http://schemas.openxmlformats.org/drawingml/2006/main">
              <a:ext uri="{FF2B5EF4-FFF2-40B4-BE49-F238E27FC236}">
                <a16:creationId xmlns:a16="http://schemas.microsoft.com/office/drawing/2014/main" id="{21E2412D-3B38-4A41-AB9C-3172D5C3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   A bigger payslip</a:t>
            </a:r>
          </a:p>
        </p:txBody>
      </p:sp>
      <p:sp>
        <p:nvSpPr>
          <p:cNvPr id="19" name="tile-body-C">
            <a:extLst xmlns:a="http://schemas.openxmlformats.org/drawingml/2006/main">
              <a:ext uri="{FF2B5EF4-FFF2-40B4-BE49-F238E27FC236}">
                <a16:creationId xmlns:a16="http://schemas.microsoft.com/office/drawing/2014/main" id="{6C2E92A1-FE9A-4195-A3FC-D86A19DC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A bonus letter supports the employer’s payment.</a:t>
            </a:r>
          </a:p>
        </p:txBody>
      </p:sp>
      <p:sp>
        <p:nvSpPr>
          <p:cNvPr id="20" name="hit-C">
            <ns0:hlinkClick xmlns:ns0="http://schemas.openxmlformats.org/drawingml/2006/main" xmlns:ns1="http://schemas.openxmlformats.org/officeDocument/2006/relationships" ns1:id="rIdGame3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6A31488F-4731-4FDB-9CE3-9E4F141B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C9423-6741-4FD2-B7F0-DF23B8AA86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5c58a683c47ff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2" name="tile-title-D">
            <a:extLst xmlns:a="http://schemas.openxmlformats.org/drawingml/2006/main">
              <a:ext uri="{FF2B5EF4-FFF2-40B4-BE49-F238E27FC236}">
                <a16:creationId xmlns:a16="http://schemas.microsoft.com/office/drawing/2014/main" id="{372A9834-AC8D-49BD-8FD5-644EEE0C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D   Freelance work</a:t>
            </a:r>
          </a:p>
        </p:txBody>
      </p:sp>
      <p:sp>
        <p:nvSpPr>
          <p:cNvPr id="23" name="tile-body-D">
            <a:extLst xmlns:a="http://schemas.openxmlformats.org/drawingml/2006/main">
              <a:ext uri="{FF2B5EF4-FFF2-40B4-BE49-F238E27FC236}">
                <a16:creationId xmlns:a16="http://schemas.microsoft.com/office/drawing/2014/main" id="{6EC85FBE-B5DA-4A2B-8C71-48766562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Client payments match checked invoices and work.</a:t>
            </a:r>
          </a:p>
        </p:txBody>
      </p:sp>
      <p:sp>
        <p:nvSpPr>
          <p:cNvPr id="24" name="hit-D">
            <ns0:hlinkClick xmlns:ns0="http://schemas.openxmlformats.org/drawingml/2006/main" xmlns:ns1="http://schemas.openxmlformats.org/officeDocument/2006/relationships" ns1:id="rIdGame4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110037B4-47E7-4F48-B464-5A10DD03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F53B96-B204-4FA3-811B-9685635577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f6b5e55024575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6" name="tile-title-E">
            <a:extLst xmlns:a="http://schemas.openxmlformats.org/drawingml/2006/main">
              <a:ext uri="{FF2B5EF4-FFF2-40B4-BE49-F238E27FC236}">
                <a16:creationId xmlns:a16="http://schemas.microsoft.com/office/drawing/2014/main" id="{801AB0DB-AB0B-424D-9D1B-8E0B24BF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E   Refund switch</a:t>
            </a:r>
          </a:p>
        </p:txBody>
      </p:sp>
      <p:sp>
        <p:nvSpPr>
          <p:cNvPr id="27" name="tile-body-E">
            <a:extLst xmlns:a="http://schemas.openxmlformats.org/drawingml/2006/main">
              <a:ext uri="{FF2B5EF4-FFF2-40B4-BE49-F238E27FC236}">
                <a16:creationId xmlns:a16="http://schemas.microsoft.com/office/drawing/2014/main" id="{2B322141-3575-46F9-AAE5-0502CAF7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Refund goes to someone else. The link is unsupported.</a:t>
            </a:r>
          </a:p>
        </p:txBody>
      </p:sp>
      <p:sp>
        <p:nvSpPr>
          <p:cNvPr id="28" name="hit-E">
            <ns0:hlinkClick xmlns:ns0="http://schemas.openxmlformats.org/drawingml/2006/main" xmlns:ns1="http://schemas.openxmlformats.org/officeDocument/2006/relationships" ns1:id="rIdGame5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FF9CE046-7B34-4AEB-B6EC-C7D904DF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20FC10-31FE-455B-AD6E-EBE935934D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94d2b0f0c4a14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0" name="tile-title-F">
            <a:extLst xmlns:a="http://schemas.openxmlformats.org/drawingml/2006/main">
              <a:ext uri="{FF2B5EF4-FFF2-40B4-BE49-F238E27FC236}">
                <a16:creationId xmlns:a16="http://schemas.microsoft.com/office/drawing/2014/main" id="{823AA301-A73D-464B-9753-9EA67D17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F   House sale</a:t>
            </a:r>
          </a:p>
        </p:txBody>
      </p:sp>
      <p:sp>
        <p:nvSpPr>
          <p:cNvPr id="31" name="tile-body-F">
            <a:extLst xmlns:a="http://schemas.openxmlformats.org/drawingml/2006/main">
              <a:ext uri="{FF2B5EF4-FFF2-40B4-BE49-F238E27FC236}">
                <a16:creationId xmlns:a16="http://schemas.microsoft.com/office/drawing/2014/main" id="{9B57A815-1478-494F-8D33-C9B238A2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Sale records and the buyer’s payment check out.</a:t>
            </a:r>
          </a:p>
        </p:txBody>
      </p:sp>
      <p:sp>
        <p:nvSpPr>
          <p:cNvPr id="32" name="hit-F">
            <ns0:hlinkClick xmlns:ns0="http://schemas.openxmlformats.org/drawingml/2006/main" xmlns:ns1="http://schemas.openxmlformats.org/officeDocument/2006/relationships" ns1:id="rIdGame6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3958AEF8-A362-491F-8B72-C1834571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F6D66D-40B8-4258-A606-FB54F03823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9d66707724de5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4" name="tile-title-G">
            <a:extLst xmlns:a="http://schemas.openxmlformats.org/drawingml/2006/main">
              <a:ext uri="{FF2B5EF4-FFF2-40B4-BE49-F238E27FC236}">
                <a16:creationId xmlns:a16="http://schemas.microsoft.com/office/drawing/2014/main" id="{520AC60C-ECD8-44F7-9169-4037F485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G   Supplier payment</a:t>
            </a:r>
          </a:p>
        </p:txBody>
      </p:sp>
      <p:sp>
        <p:nvSpPr>
          <p:cNvPr id="35" name="tile-body-G">
            <a:extLst xmlns:a="http://schemas.openxmlformats.org/drawingml/2006/main">
              <a:ext uri="{FF2B5EF4-FFF2-40B4-BE49-F238E27FC236}">
                <a16:creationId xmlns:a16="http://schemas.microsoft.com/office/drawing/2014/main" id="{04BBB058-DB1E-4C49-B31B-7194F81A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invoice and delivery records match the payment.</a:t>
            </a:r>
          </a:p>
        </p:txBody>
      </p:sp>
      <p:sp>
        <p:nvSpPr>
          <p:cNvPr id="36" name="hit-G">
            <ns0:hlinkClick xmlns:ns0="http://schemas.openxmlformats.org/drawingml/2006/main" xmlns:ns1="http://schemas.openxmlformats.org/officeDocument/2006/relationships" ns1:id="rIdGame7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344D4BD5-5505-40BB-B5F8-EBC78F2B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9F196A-B5CF-4E2D-91BA-5C23287487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82b0d587a47ad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8" name="hit-border-H">
            <a:extLst xmlns:a="http://schemas.openxmlformats.org/drawingml/2006/main">
              <a:ext uri="{FF2B5EF4-FFF2-40B4-BE49-F238E27FC236}">
                <a16:creationId xmlns:a16="http://schemas.microsoft.com/office/drawing/2014/main" id="{3D200226-042A-45EB-BA7A-B1D1107D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457825"/>
            <a:ext cx="384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E2ED"/>
            </a:solidFill>
            <a:prstDash val="solid"/>
          </a:ln>
        </p:spPr>
      </p:sp>
      <p:sp>
        <p:nvSpPr>
          <p:cNvPr id="39" name="tile-title-H">
            <a:extLst xmlns:a="http://schemas.openxmlformats.org/drawingml/2006/main">
              <a:ext uri="{FF2B5EF4-FFF2-40B4-BE49-F238E27FC236}">
                <a16:creationId xmlns:a16="http://schemas.microsoft.com/office/drawing/2014/main" id="{59E17338-4195-4C97-8A7F-954B81A2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H   FLAGGED +100</a:t>
            </a:r>
          </a:p>
        </p:txBody>
      </p:sp>
      <p:sp>
        <p:nvSpPr>
          <p:cNvPr id="40" name="tile-body-H">
            <a:extLst xmlns:a="http://schemas.openxmlformats.org/drawingml/2006/main">
              <a:ext uri="{FF2B5EF4-FFF2-40B4-BE49-F238E27FC236}">
                <a16:creationId xmlns:a16="http://schemas.microsoft.com/office/drawing/2014/main" id="{67B610E2-3C9F-4D82-B4E9-591A1CAD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The unresolved ownership or control gap needs review.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6FC906-6C41-44EC-800D-94E2807455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1533dd52141d7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42" name="tile-title-I">
            <a:extLst xmlns:a="http://schemas.openxmlformats.org/drawingml/2006/main">
              <a:ext uri="{FF2B5EF4-FFF2-40B4-BE49-F238E27FC236}">
                <a16:creationId xmlns:a16="http://schemas.microsoft.com/office/drawing/2014/main" id="{EC2D93A1-A263-4CE0-A287-9C67BFE9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I   Overseas tuition</a:t>
            </a:r>
          </a:p>
        </p:txBody>
      </p:sp>
      <p:sp>
        <p:nvSpPr>
          <p:cNvPr id="43" name="tile-body-I">
            <a:extLst xmlns:a="http://schemas.openxmlformats.org/drawingml/2006/main">
              <a:ext uri="{FF2B5EF4-FFF2-40B4-BE49-F238E27FC236}">
                <a16:creationId xmlns:a16="http://schemas.microsoft.com/office/drawing/2014/main" id="{8A25FB90-9672-4073-BC3D-DBE68C47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Verified school. The payment matches checked fees.</a:t>
            </a:r>
          </a:p>
        </p:txBody>
      </p:sp>
      <p:sp>
        <p:nvSpPr>
          <p:cNvPr id="44" name="hit-I">
            <ns0:hlinkClick xmlns:ns0="http://schemas.openxmlformats.org/drawingml/2006/main" xmlns:ns1="http://schemas.openxmlformats.org/officeDocument/2006/relationships" ns1:id="rIdGame8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F3F7ED7F-F296-4E0E-AE0F-68EBBD07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5" name="status">
            <a:extLst xmlns:a="http://schemas.openxmlformats.org/drawingml/2006/main">
              <a:ext uri="{FF2B5EF4-FFF2-40B4-BE49-F238E27FC236}">
                <a16:creationId xmlns:a16="http://schemas.microsoft.com/office/drawing/2014/main" id="{25A35FEF-FC1A-4342-AC09-4B262E25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62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GOOD HIT: the flagged tile is locked. Find the remaining concerns.</a:t>
            </a:r>
          </a:p>
        </p:txBody>
      </p:sp>
      <p:sp>
        <p:nvSpPr>
          <p:cNvPr id="46" name="restart">
            <ns0:hlinkClick xmlns:ns0="http://schemas.openxmlformats.org/drawingml/2006/main" xmlns:ns1="http://schemas.openxmlformats.org/officeDocument/2006/relationships" ns1:id="rIdGame9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7B608191-0D00-4D0F-9610-C8191818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62800"/>
            <a:ext cx="1714500" cy="333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  <p:sp>
        <p:nvSpPr>
          <p:cNvPr id="47" name="rules-link">
            <ns0:hlinkClick xmlns:ns0="http://schemas.openxmlformats.org/drawingml/2006/main" xmlns:ns1="http://schemas.openxmlformats.org/officeDocument/2006/relationships" ns1:id="rIdGame10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6CC62D1D-B8E7-4D62-803E-9CED5CFD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95325"/>
            <a:ext cx="1381125" cy="2762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147219320"/>
      </p:ext>
    </p:extLst>
  </p:cSld>
  <p:transition xmlns:ns1="http://schemas.microsoft.com/office/powerpoint/2010/main" advClick="0" spd="fast" ns1:dur="180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42FA79-01F2-423A-90D8-7A6BC18996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d8a4df76b490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875B53DD-89A1-442F-A160-336D4738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F7D8304B-1510-4323-86BF-5750F3A5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FLAGS FOUND  2 / 3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04DE7B57-1E92-4D2E-AC34-C6640FCE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8336850E-B3F4-4678-9FAB-D672EE2C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365641D1-BD81-4797-9F8B-E3E03768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6FDF450B-4B75-4FB6-9A58-5422D249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2 / 2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49739D66-A248-40FD-8E7C-92B8252E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38275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Which cases need a closer look?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8D5F4-3FA3-4AA4-A5F0-333197804E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bd93426ad4097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0" name="tile-title-A">
            <a:extLst xmlns:a="http://schemas.openxmlformats.org/drawingml/2006/main">
              <a:ext uri="{FF2B5EF4-FFF2-40B4-BE49-F238E27FC236}">
                <a16:creationId xmlns:a16="http://schemas.microsoft.com/office/drawing/2014/main" id="{56F963F3-9815-440C-A6BB-160506FD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A   Festival cash</a:t>
            </a:r>
          </a:p>
        </p:txBody>
      </p:sp>
      <p:sp>
        <p:nvSpPr>
          <p:cNvPr id="11" name="tile-body-A">
            <a:extLst xmlns:a="http://schemas.openxmlformats.org/drawingml/2006/main">
              <a:ext uri="{FF2B5EF4-FFF2-40B4-BE49-F238E27FC236}">
                <a16:creationId xmlns:a16="http://schemas.microsoft.com/office/drawing/2014/main" id="{B9435E1C-7E6E-42C1-91ED-5A3E89DB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Seasonal takings fit checked sales records.</a:t>
            </a:r>
          </a:p>
        </p:txBody>
      </p:sp>
      <p:sp>
        <p:nvSpPr>
          <p:cNvPr id="12" name="hit-A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A014DBD5-5162-43B8-A2F4-DB5E939C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55ED8-49CF-4467-AA05-DD0790D8B7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86bad8ebd46c2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4" name="hit-border-B">
            <a:extLst xmlns:a="http://schemas.openxmlformats.org/drawingml/2006/main">
              <a:ext uri="{FF2B5EF4-FFF2-40B4-BE49-F238E27FC236}">
                <a16:creationId xmlns:a16="http://schemas.microsoft.com/office/drawing/2014/main" id="{12E450B2-CC52-4867-8A28-E483BE1F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38375"/>
            <a:ext cx="384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E2ED"/>
            </a:solidFill>
            <a:prstDash val="solid"/>
          </a:ln>
        </p:spPr>
      </p:sp>
      <p:sp>
        <p:nvSpPr>
          <p:cNvPr id="15" name="tile-title-B">
            <a:extLst xmlns:a="http://schemas.openxmlformats.org/drawingml/2006/main">
              <a:ext uri="{FF2B5EF4-FFF2-40B4-BE49-F238E27FC236}">
                <a16:creationId xmlns:a16="http://schemas.microsoft.com/office/drawing/2014/main" id="{B3097D49-65A8-4098-AF9D-04737B98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B   FLAGGED +100</a:t>
            </a:r>
          </a:p>
        </p:txBody>
      </p:sp>
      <p:sp>
        <p:nvSpPr>
          <p:cNvPr id="16" name="tile-body-B">
            <a:extLst xmlns:a="http://schemas.openxmlformats.org/drawingml/2006/main">
              <a:ext uri="{FF2B5EF4-FFF2-40B4-BE49-F238E27FC236}">
                <a16:creationId xmlns:a16="http://schemas.microsoft.com/office/drawing/2014/main" id="{D63A731A-856E-4E2B-8299-62368D85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The unusual flow needs an explanation and further review.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B40CA4-9906-4105-8811-110ECE42BD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312b911654e21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8" name="tile-title-C">
            <a:extLst xmlns:a="http://schemas.openxmlformats.org/drawingml/2006/main">
              <a:ext uri="{FF2B5EF4-FFF2-40B4-BE49-F238E27FC236}">
                <a16:creationId xmlns:a16="http://schemas.microsoft.com/office/drawing/2014/main" id="{89CFBA9E-5A30-4F37-A7B7-F32EE279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   A bigger payslip</a:t>
            </a:r>
          </a:p>
        </p:txBody>
      </p:sp>
      <p:sp>
        <p:nvSpPr>
          <p:cNvPr id="19" name="tile-body-C">
            <a:extLst xmlns:a="http://schemas.openxmlformats.org/drawingml/2006/main">
              <a:ext uri="{FF2B5EF4-FFF2-40B4-BE49-F238E27FC236}">
                <a16:creationId xmlns:a16="http://schemas.microsoft.com/office/drawing/2014/main" id="{6194B654-CA52-456B-96D0-00E123C0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A bonus letter supports the employer’s payment.</a:t>
            </a:r>
          </a:p>
        </p:txBody>
      </p:sp>
      <p:sp>
        <p:nvSpPr>
          <p:cNvPr id="20" name="hit-C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092193BC-BF28-40B9-88FD-B95DEB0E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5DAD69-03AE-49FF-92C7-587A80B130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eae2392094d24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2" name="tile-title-D">
            <a:extLst xmlns:a="http://schemas.openxmlformats.org/drawingml/2006/main">
              <a:ext uri="{FF2B5EF4-FFF2-40B4-BE49-F238E27FC236}">
                <a16:creationId xmlns:a16="http://schemas.microsoft.com/office/drawing/2014/main" id="{39922EEA-E984-470B-BB42-0AD903C4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D   Freelance work</a:t>
            </a:r>
          </a:p>
        </p:txBody>
      </p:sp>
      <p:sp>
        <p:nvSpPr>
          <p:cNvPr id="23" name="tile-body-D">
            <a:extLst xmlns:a="http://schemas.openxmlformats.org/drawingml/2006/main">
              <a:ext uri="{FF2B5EF4-FFF2-40B4-BE49-F238E27FC236}">
                <a16:creationId xmlns:a16="http://schemas.microsoft.com/office/drawing/2014/main" id="{50CF4641-C243-4BFB-B1DA-722B8977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Client payments match checked invoices and work.</a:t>
            </a:r>
          </a:p>
        </p:txBody>
      </p:sp>
      <p:sp>
        <p:nvSpPr>
          <p:cNvPr id="24" name="hit-D">
            <ns0:hlinkClick xmlns:ns0="http://schemas.openxmlformats.org/drawingml/2006/main" xmlns:ns1="http://schemas.openxmlformats.org/officeDocument/2006/relationships" ns1:id="rIdGame3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D8E58835-D8D2-4038-9650-B195ACE7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2BFB8D-A2E4-46B1-BBE5-5A5CE34522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82348a32f4000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6" name="tile-title-E">
            <a:extLst xmlns:a="http://schemas.openxmlformats.org/drawingml/2006/main">
              <a:ext uri="{FF2B5EF4-FFF2-40B4-BE49-F238E27FC236}">
                <a16:creationId xmlns:a16="http://schemas.microsoft.com/office/drawing/2014/main" id="{E272025E-CA3D-4830-B2A4-48FD8321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E   Refund switch</a:t>
            </a:r>
          </a:p>
        </p:txBody>
      </p:sp>
      <p:sp>
        <p:nvSpPr>
          <p:cNvPr id="27" name="tile-body-E">
            <a:extLst xmlns:a="http://schemas.openxmlformats.org/drawingml/2006/main">
              <a:ext uri="{FF2B5EF4-FFF2-40B4-BE49-F238E27FC236}">
                <a16:creationId xmlns:a16="http://schemas.microsoft.com/office/drawing/2014/main" id="{7A2DF0F0-BA86-4F63-892A-8A5E3545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Refund goes to someone else. The link is unsupported.</a:t>
            </a:r>
          </a:p>
        </p:txBody>
      </p:sp>
      <p:sp>
        <p:nvSpPr>
          <p:cNvPr id="28" name="hit-E">
            <ns0:hlinkClick xmlns:ns0="http://schemas.openxmlformats.org/drawingml/2006/main" xmlns:ns1="http://schemas.openxmlformats.org/officeDocument/2006/relationships" ns1:id="rIdGame4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19ADC544-0080-4131-B675-2FE38C8F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B358ED-EFA3-475E-A478-F97AB50606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d040e8df94f54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0" name="tile-title-F">
            <a:extLst xmlns:a="http://schemas.openxmlformats.org/drawingml/2006/main">
              <a:ext uri="{FF2B5EF4-FFF2-40B4-BE49-F238E27FC236}">
                <a16:creationId xmlns:a16="http://schemas.microsoft.com/office/drawing/2014/main" id="{4F88A3CE-2857-4D6B-850A-62D55FEA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F   House sale</a:t>
            </a:r>
          </a:p>
        </p:txBody>
      </p:sp>
      <p:sp>
        <p:nvSpPr>
          <p:cNvPr id="31" name="tile-body-F">
            <a:extLst xmlns:a="http://schemas.openxmlformats.org/drawingml/2006/main">
              <a:ext uri="{FF2B5EF4-FFF2-40B4-BE49-F238E27FC236}">
                <a16:creationId xmlns:a16="http://schemas.microsoft.com/office/drawing/2014/main" id="{CF18ECC3-B9C3-4785-BEC5-F68175CB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Sale records and the buyer’s payment check out.</a:t>
            </a:r>
          </a:p>
        </p:txBody>
      </p:sp>
      <p:sp>
        <p:nvSpPr>
          <p:cNvPr id="32" name="hit-F">
            <ns0:hlinkClick xmlns:ns0="http://schemas.openxmlformats.org/drawingml/2006/main" xmlns:ns1="http://schemas.openxmlformats.org/officeDocument/2006/relationships" ns1:id="rIdGame5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9AF1DDE2-D069-43A1-B949-D4311644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0FF29A-AF65-4D4B-9E0E-0A69E2CAE0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5f0025a8d4b5d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4" name="tile-title-G">
            <a:extLst xmlns:a="http://schemas.openxmlformats.org/drawingml/2006/main">
              <a:ext uri="{FF2B5EF4-FFF2-40B4-BE49-F238E27FC236}">
                <a16:creationId xmlns:a16="http://schemas.microsoft.com/office/drawing/2014/main" id="{DC66E2CC-0CD5-424E-B7E7-457C6EC3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G   Supplier payment</a:t>
            </a:r>
          </a:p>
        </p:txBody>
      </p:sp>
      <p:sp>
        <p:nvSpPr>
          <p:cNvPr id="35" name="tile-body-G">
            <a:extLst xmlns:a="http://schemas.openxmlformats.org/drawingml/2006/main">
              <a:ext uri="{FF2B5EF4-FFF2-40B4-BE49-F238E27FC236}">
                <a16:creationId xmlns:a16="http://schemas.microsoft.com/office/drawing/2014/main" id="{2F8A3D78-37EF-4FA7-9301-C80E6197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invoice and delivery records match the payment.</a:t>
            </a:r>
          </a:p>
        </p:txBody>
      </p:sp>
      <p:sp>
        <p:nvSpPr>
          <p:cNvPr id="36" name="hit-G">
            <ns0:hlinkClick xmlns:ns0="http://schemas.openxmlformats.org/drawingml/2006/main" xmlns:ns1="http://schemas.openxmlformats.org/officeDocument/2006/relationships" ns1:id="rIdGame6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4D98C185-0BE2-468D-AA26-2303206B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1197A4-FBE5-4CE0-ABF1-A821491447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851b0dd3f4b5d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8" name="hit-border-H">
            <a:extLst xmlns:a="http://schemas.openxmlformats.org/drawingml/2006/main">
              <a:ext uri="{FF2B5EF4-FFF2-40B4-BE49-F238E27FC236}">
                <a16:creationId xmlns:a16="http://schemas.microsoft.com/office/drawing/2014/main" id="{32BC8975-8C67-48D5-AECD-867C4182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457825"/>
            <a:ext cx="384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E2ED"/>
            </a:solidFill>
            <a:prstDash val="solid"/>
          </a:ln>
        </p:spPr>
      </p:sp>
      <p:sp>
        <p:nvSpPr>
          <p:cNvPr id="39" name="tile-title-H">
            <a:extLst xmlns:a="http://schemas.openxmlformats.org/drawingml/2006/main">
              <a:ext uri="{FF2B5EF4-FFF2-40B4-BE49-F238E27FC236}">
                <a16:creationId xmlns:a16="http://schemas.microsoft.com/office/drawing/2014/main" id="{A6014DAF-793F-4BAD-B71D-55219649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H   FLAGGED +100</a:t>
            </a:r>
          </a:p>
        </p:txBody>
      </p:sp>
      <p:sp>
        <p:nvSpPr>
          <p:cNvPr id="40" name="tile-body-H">
            <a:extLst xmlns:a="http://schemas.openxmlformats.org/drawingml/2006/main">
              <a:ext uri="{FF2B5EF4-FFF2-40B4-BE49-F238E27FC236}">
                <a16:creationId xmlns:a16="http://schemas.microsoft.com/office/drawing/2014/main" id="{51F2C389-0C0C-4B75-ADB9-CB0DA76D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The unresolved ownership or control gap needs review.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A0855D-0CA4-42FD-AEBE-AA5DF4E6F3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2f9aef3a343e6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42" name="tile-title-I">
            <a:extLst xmlns:a="http://schemas.openxmlformats.org/drawingml/2006/main">
              <a:ext uri="{FF2B5EF4-FFF2-40B4-BE49-F238E27FC236}">
                <a16:creationId xmlns:a16="http://schemas.microsoft.com/office/drawing/2014/main" id="{2B5B829E-A9D4-45E8-8F71-90BE741C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I   Overseas tuition</a:t>
            </a:r>
          </a:p>
        </p:txBody>
      </p:sp>
      <p:sp>
        <p:nvSpPr>
          <p:cNvPr id="43" name="tile-body-I">
            <a:extLst xmlns:a="http://schemas.openxmlformats.org/drawingml/2006/main">
              <a:ext uri="{FF2B5EF4-FFF2-40B4-BE49-F238E27FC236}">
                <a16:creationId xmlns:a16="http://schemas.microsoft.com/office/drawing/2014/main" id="{0B17EEE8-7205-4F6B-A277-16403382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Verified school. The payment matches checked fees.</a:t>
            </a:r>
          </a:p>
        </p:txBody>
      </p:sp>
      <p:sp>
        <p:nvSpPr>
          <p:cNvPr id="44" name="hit-I">
            <ns0:hlinkClick xmlns:ns0="http://schemas.openxmlformats.org/drawingml/2006/main" xmlns:ns1="http://schemas.openxmlformats.org/officeDocument/2006/relationships" ns1:id="rIdGame7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B7FEAD81-BD01-464C-9880-6710867B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5" name="status">
            <a:extLst xmlns:a="http://schemas.openxmlformats.org/drawingml/2006/main">
              <a:ext uri="{FF2B5EF4-FFF2-40B4-BE49-F238E27FC236}">
                <a16:creationId xmlns:a16="http://schemas.microsoft.com/office/drawing/2014/main" id="{A2D99359-EF12-494B-B8C4-488FCBAF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62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GOOD HIT: the flagged tile is locked. Find the remaining concerns.</a:t>
            </a:r>
          </a:p>
        </p:txBody>
      </p:sp>
      <p:sp>
        <p:nvSpPr>
          <p:cNvPr id="46" name="restart">
            <ns0:hlinkClick xmlns:ns0="http://schemas.openxmlformats.org/drawingml/2006/main" xmlns:ns1="http://schemas.openxmlformats.org/officeDocument/2006/relationships" ns1:id="rIdGame8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451FEB05-DC0F-4572-8837-B67B6889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62800"/>
            <a:ext cx="1714500" cy="333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  <p:sp>
        <p:nvSpPr>
          <p:cNvPr id="47" name="rules-link">
            <ns0:hlinkClick xmlns:ns0="http://schemas.openxmlformats.org/drawingml/2006/main" xmlns:ns1="http://schemas.openxmlformats.org/officeDocument/2006/relationships" ns1:id="rIdGame9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0CE44DA5-A466-473F-9084-77741A84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95325"/>
            <a:ext cx="1381125" cy="2762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1400056727"/>
      </p:ext>
    </p:extLst>
  </p:cSld>
  <p:transition xmlns:ns1="http://schemas.microsoft.com/office/powerpoint/2010/main" advClick="0" spd="fast" ns1:dur="180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F7656-6367-4E40-BA4A-C9D9F8F0F6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20d07e24b4af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4A4DD828-BEAF-4653-BFB3-FB947BC1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E6F25122-1EFB-403B-B98D-C31B165E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FLAGS FOUND  2 / 3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25447EDD-C4A4-49D9-B295-64091572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18E23F36-C08E-4EAC-8DA9-A17448DD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25D5B81A-5C50-4966-9BD8-53D8EC63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8309E4E7-852E-4ADC-BB16-0CE358F4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2 / 2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3B6BECC-EDCD-4DD4-8765-A04DB885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38275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Which cases need a closer look?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42959-05B1-4A97-808C-A77A0FEDEE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e91f414a84e73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0" name="tile-title-A">
            <a:extLst xmlns:a="http://schemas.openxmlformats.org/drawingml/2006/main">
              <a:ext uri="{FF2B5EF4-FFF2-40B4-BE49-F238E27FC236}">
                <a16:creationId xmlns:a16="http://schemas.microsoft.com/office/drawing/2014/main" id="{3A519939-467E-4454-87F0-58784522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A   Festival cash</a:t>
            </a:r>
          </a:p>
        </p:txBody>
      </p:sp>
      <p:sp>
        <p:nvSpPr>
          <p:cNvPr id="11" name="tile-body-A">
            <a:extLst xmlns:a="http://schemas.openxmlformats.org/drawingml/2006/main">
              <a:ext uri="{FF2B5EF4-FFF2-40B4-BE49-F238E27FC236}">
                <a16:creationId xmlns:a16="http://schemas.microsoft.com/office/drawing/2014/main" id="{05C11D25-6645-42F7-AA02-ECE7E1DA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Seasonal takings fit checked sales records.</a:t>
            </a:r>
          </a:p>
        </p:txBody>
      </p:sp>
      <p:sp>
        <p:nvSpPr>
          <p:cNvPr id="12" name="hit-A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7671413F-9E0E-40AD-87A4-E7425C7A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55407-25BD-4ABA-A290-1C393A34E8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509f0831a43bb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4" name="tile-title-B">
            <a:extLst xmlns:a="http://schemas.openxmlformats.org/drawingml/2006/main">
              <a:ext uri="{FF2B5EF4-FFF2-40B4-BE49-F238E27FC236}">
                <a16:creationId xmlns:a16="http://schemas.microsoft.com/office/drawing/2014/main" id="{BD18DC95-B092-4F66-BE5B-89D931D8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B   Cold account</a:t>
            </a:r>
          </a:p>
        </p:txBody>
      </p:sp>
      <p:sp>
        <p:nvSpPr>
          <p:cNvPr id="15" name="tile-body-B">
            <a:extLst xmlns:a="http://schemas.openxmlformats.org/drawingml/2006/main">
              <a:ext uri="{FF2B5EF4-FFF2-40B4-BE49-F238E27FC236}">
                <a16:creationId xmlns:a16="http://schemas.microsoft.com/office/drawing/2014/main" id="{D577FBCE-710B-4C2E-B89E-20DB561E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Unrelated credits rush out. The purpose is unexplained.</a:t>
            </a:r>
          </a:p>
        </p:txBody>
      </p:sp>
      <p:sp>
        <p:nvSpPr>
          <p:cNvPr id="16" name="hit-B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10156C00-8CDE-468F-9BB7-D1BFDAE5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36AED-3F18-4340-840A-09E29A41CC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bb8a40a344b99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8" name="tile-title-C">
            <a:extLst xmlns:a="http://schemas.openxmlformats.org/drawingml/2006/main">
              <a:ext uri="{FF2B5EF4-FFF2-40B4-BE49-F238E27FC236}">
                <a16:creationId xmlns:a16="http://schemas.microsoft.com/office/drawing/2014/main" id="{2396189A-A3D2-44EF-A954-275D6263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   A bigger payslip</a:t>
            </a:r>
          </a:p>
        </p:txBody>
      </p:sp>
      <p:sp>
        <p:nvSpPr>
          <p:cNvPr id="19" name="tile-body-C">
            <a:extLst xmlns:a="http://schemas.openxmlformats.org/drawingml/2006/main">
              <a:ext uri="{FF2B5EF4-FFF2-40B4-BE49-F238E27FC236}">
                <a16:creationId xmlns:a16="http://schemas.microsoft.com/office/drawing/2014/main" id="{91B7F8D2-52EB-4D70-B2FC-4AFF7728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A bonus letter supports the employer’s payment.</a:t>
            </a:r>
          </a:p>
        </p:txBody>
      </p:sp>
      <p:sp>
        <p:nvSpPr>
          <p:cNvPr id="20" name="hit-C">
            <ns0:hlinkClick xmlns:ns0="http://schemas.openxmlformats.org/drawingml/2006/main" xmlns:ns1="http://schemas.openxmlformats.org/officeDocument/2006/relationships" ns1:id="rIdGame3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69987750-99E3-4EBF-9B27-ED3AA1D5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D782A6-B87F-4F87-8FB8-A1DDA29D46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dc257c6c540ee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2" name="tile-title-D">
            <a:extLst xmlns:a="http://schemas.openxmlformats.org/drawingml/2006/main">
              <a:ext uri="{FF2B5EF4-FFF2-40B4-BE49-F238E27FC236}">
                <a16:creationId xmlns:a16="http://schemas.microsoft.com/office/drawing/2014/main" id="{85A7E7EE-B8D5-424B-896C-4881DF15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D   Freelance work</a:t>
            </a:r>
          </a:p>
        </p:txBody>
      </p:sp>
      <p:sp>
        <p:nvSpPr>
          <p:cNvPr id="23" name="tile-body-D">
            <a:extLst xmlns:a="http://schemas.openxmlformats.org/drawingml/2006/main">
              <a:ext uri="{FF2B5EF4-FFF2-40B4-BE49-F238E27FC236}">
                <a16:creationId xmlns:a16="http://schemas.microsoft.com/office/drawing/2014/main" id="{DAF00F3F-011B-4FC3-8948-6EEADB1E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Client payments match checked invoices and work.</a:t>
            </a:r>
          </a:p>
        </p:txBody>
      </p:sp>
      <p:sp>
        <p:nvSpPr>
          <p:cNvPr id="24" name="hit-D">
            <ns0:hlinkClick xmlns:ns0="http://schemas.openxmlformats.org/drawingml/2006/main" xmlns:ns1="http://schemas.openxmlformats.org/officeDocument/2006/relationships" ns1:id="rIdGame4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B65F5F32-652F-445F-B7B8-75A5A987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E530CB-0DC0-423B-878E-CA93F2C5B7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bf02e6bda410b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6" name="hit-border-E">
            <a:extLst xmlns:a="http://schemas.openxmlformats.org/drawingml/2006/main">
              <a:ext uri="{FF2B5EF4-FFF2-40B4-BE49-F238E27FC236}">
                <a16:creationId xmlns:a16="http://schemas.microsoft.com/office/drawing/2014/main" id="{6B8A5908-536B-45B6-959D-C3C2C72F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48100"/>
            <a:ext cx="384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E2ED"/>
            </a:solidFill>
            <a:prstDash val="solid"/>
          </a:ln>
        </p:spPr>
      </p:sp>
      <p:sp>
        <p:nvSpPr>
          <p:cNvPr id="27" name="tile-title-E">
            <a:extLst xmlns:a="http://schemas.openxmlformats.org/drawingml/2006/main">
              <a:ext uri="{FF2B5EF4-FFF2-40B4-BE49-F238E27FC236}">
                <a16:creationId xmlns:a16="http://schemas.microsoft.com/office/drawing/2014/main" id="{9A73DCAE-9097-4DE0-8872-B52E406F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E   FLAGGED +100</a:t>
            </a:r>
          </a:p>
        </p:txBody>
      </p:sp>
      <p:sp>
        <p:nvSpPr>
          <p:cNvPr id="28" name="tile-body-E">
            <a:extLst xmlns:a="http://schemas.openxmlformats.org/drawingml/2006/main">
              <a:ext uri="{FF2B5EF4-FFF2-40B4-BE49-F238E27FC236}">
                <a16:creationId xmlns:a16="http://schemas.microsoft.com/office/drawing/2014/main" id="{FE9424C2-5CBA-4005-991A-8797EC2D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The unsupported recipient link needs further review.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6777A5-C97D-4707-A9D3-41D0D18F1C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2f1ffde914eb7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0" name="tile-title-F">
            <a:extLst xmlns:a="http://schemas.openxmlformats.org/drawingml/2006/main">
              <a:ext uri="{FF2B5EF4-FFF2-40B4-BE49-F238E27FC236}">
                <a16:creationId xmlns:a16="http://schemas.microsoft.com/office/drawing/2014/main" id="{957B45AB-EF2D-404B-8A51-23F6FE7C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F   House sale</a:t>
            </a:r>
          </a:p>
        </p:txBody>
      </p:sp>
      <p:sp>
        <p:nvSpPr>
          <p:cNvPr id="31" name="tile-body-F">
            <a:extLst xmlns:a="http://schemas.openxmlformats.org/drawingml/2006/main">
              <a:ext uri="{FF2B5EF4-FFF2-40B4-BE49-F238E27FC236}">
                <a16:creationId xmlns:a16="http://schemas.microsoft.com/office/drawing/2014/main" id="{DD5DF26F-F0F1-464C-9893-9D1AD131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Sale records and the buyer’s payment check out.</a:t>
            </a:r>
          </a:p>
        </p:txBody>
      </p:sp>
      <p:sp>
        <p:nvSpPr>
          <p:cNvPr id="32" name="hit-F">
            <ns0:hlinkClick xmlns:ns0="http://schemas.openxmlformats.org/drawingml/2006/main" xmlns:ns1="http://schemas.openxmlformats.org/officeDocument/2006/relationships" ns1:id="rIdGame5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3521EB3B-D181-4D95-9581-406846C6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A04115-F4DF-48D4-8A3E-1179D40C22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83823436f4fcd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4" name="tile-title-G">
            <a:extLst xmlns:a="http://schemas.openxmlformats.org/drawingml/2006/main">
              <a:ext uri="{FF2B5EF4-FFF2-40B4-BE49-F238E27FC236}">
                <a16:creationId xmlns:a16="http://schemas.microsoft.com/office/drawing/2014/main" id="{256A53B6-F774-486A-8B4D-93611F66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G   Supplier payment</a:t>
            </a:r>
          </a:p>
        </p:txBody>
      </p:sp>
      <p:sp>
        <p:nvSpPr>
          <p:cNvPr id="35" name="tile-body-G">
            <a:extLst xmlns:a="http://schemas.openxmlformats.org/drawingml/2006/main">
              <a:ext uri="{FF2B5EF4-FFF2-40B4-BE49-F238E27FC236}">
                <a16:creationId xmlns:a16="http://schemas.microsoft.com/office/drawing/2014/main" id="{17DBA294-3EC5-407B-B149-83C88487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invoice and delivery records match the payment.</a:t>
            </a:r>
          </a:p>
        </p:txBody>
      </p:sp>
      <p:sp>
        <p:nvSpPr>
          <p:cNvPr id="36" name="hit-G">
            <ns0:hlinkClick xmlns:ns0="http://schemas.openxmlformats.org/drawingml/2006/main" xmlns:ns1="http://schemas.openxmlformats.org/officeDocument/2006/relationships" ns1:id="rIdGame6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1D417B97-F68C-4458-8026-53B44128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25A3E1-96BF-4185-8A91-1761CFEA6A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adc2a10fb4598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8" name="hit-border-H">
            <a:extLst xmlns:a="http://schemas.openxmlformats.org/drawingml/2006/main">
              <a:ext uri="{FF2B5EF4-FFF2-40B4-BE49-F238E27FC236}">
                <a16:creationId xmlns:a16="http://schemas.microsoft.com/office/drawing/2014/main" id="{482422E7-49E1-44C8-B612-B57A9FAA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457825"/>
            <a:ext cx="384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E2ED"/>
            </a:solidFill>
            <a:prstDash val="solid"/>
          </a:ln>
        </p:spPr>
      </p:sp>
      <p:sp>
        <p:nvSpPr>
          <p:cNvPr id="39" name="tile-title-H">
            <a:extLst xmlns:a="http://schemas.openxmlformats.org/drawingml/2006/main">
              <a:ext uri="{FF2B5EF4-FFF2-40B4-BE49-F238E27FC236}">
                <a16:creationId xmlns:a16="http://schemas.microsoft.com/office/drawing/2014/main" id="{E90AC4B7-240E-4833-B0FC-B1EEB9A0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H   FLAGGED +100</a:t>
            </a:r>
          </a:p>
        </p:txBody>
      </p:sp>
      <p:sp>
        <p:nvSpPr>
          <p:cNvPr id="40" name="tile-body-H">
            <a:extLst xmlns:a="http://schemas.openxmlformats.org/drawingml/2006/main">
              <a:ext uri="{FF2B5EF4-FFF2-40B4-BE49-F238E27FC236}">
                <a16:creationId xmlns:a16="http://schemas.microsoft.com/office/drawing/2014/main" id="{BE9AE905-224C-4B48-8B1B-02F2A99A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The unresolved ownership or control gap needs review.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EFD88F-40EC-4811-B31E-E8BEA5B52C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1ba1b6def4d87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42" name="tile-title-I">
            <a:extLst xmlns:a="http://schemas.openxmlformats.org/drawingml/2006/main">
              <a:ext uri="{FF2B5EF4-FFF2-40B4-BE49-F238E27FC236}">
                <a16:creationId xmlns:a16="http://schemas.microsoft.com/office/drawing/2014/main" id="{70AF44CC-BA0D-487E-821B-10B56CE9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I   Overseas tuition</a:t>
            </a:r>
          </a:p>
        </p:txBody>
      </p:sp>
      <p:sp>
        <p:nvSpPr>
          <p:cNvPr id="43" name="tile-body-I">
            <a:extLst xmlns:a="http://schemas.openxmlformats.org/drawingml/2006/main">
              <a:ext uri="{FF2B5EF4-FFF2-40B4-BE49-F238E27FC236}">
                <a16:creationId xmlns:a16="http://schemas.microsoft.com/office/drawing/2014/main" id="{76408022-6566-49F6-A7C8-20F4E89C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Verified school. The payment matches checked fees.</a:t>
            </a:r>
          </a:p>
        </p:txBody>
      </p:sp>
      <p:sp>
        <p:nvSpPr>
          <p:cNvPr id="44" name="hit-I">
            <ns0:hlinkClick xmlns:ns0="http://schemas.openxmlformats.org/drawingml/2006/main" xmlns:ns1="http://schemas.openxmlformats.org/officeDocument/2006/relationships" ns1:id="rIdGame7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1F4714C1-1479-466C-85BD-4106C189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5" name="status">
            <a:extLst xmlns:a="http://schemas.openxmlformats.org/drawingml/2006/main">
              <a:ext uri="{FF2B5EF4-FFF2-40B4-BE49-F238E27FC236}">
                <a16:creationId xmlns:a16="http://schemas.microsoft.com/office/drawing/2014/main" id="{AB76B2AF-8F1C-4EA8-B6BC-1D35B82F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62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GOOD HIT: the flagged tile is locked. Find the remaining concerns.</a:t>
            </a:r>
          </a:p>
        </p:txBody>
      </p:sp>
      <p:sp>
        <p:nvSpPr>
          <p:cNvPr id="46" name="restart">
            <ns0:hlinkClick xmlns:ns0="http://schemas.openxmlformats.org/drawingml/2006/main" xmlns:ns1="http://schemas.openxmlformats.org/officeDocument/2006/relationships" ns1:id="rIdGame8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49EE2B88-6894-40D7-9C0D-F2D3BF80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62800"/>
            <a:ext cx="1714500" cy="333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  <p:sp>
        <p:nvSpPr>
          <p:cNvPr id="47" name="rules-link">
            <ns0:hlinkClick xmlns:ns0="http://schemas.openxmlformats.org/drawingml/2006/main" xmlns:ns1="http://schemas.openxmlformats.org/officeDocument/2006/relationships" ns1:id="rIdGame9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691270E7-EC89-47FF-8A88-17593DB8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95325"/>
            <a:ext cx="1381125" cy="2762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1309553962"/>
      </p:ext>
    </p:extLst>
  </p:cSld>
  <p:transition xmlns:ns1="http://schemas.microsoft.com/office/powerpoint/2010/main" advClick="0" spd="fast" ns1:dur="180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4202D1-7767-4595-B988-3940A7FB58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274fc0c04436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D60624BB-0013-486F-A423-1FC51CA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E2A4E035-3732-475E-BDA7-A609FB9D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FLAGS FOUND  0 / 3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4D8ADB80-DAFE-4772-B9A1-9811083E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F59E752F-44C1-4E98-BBF7-C452B18A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000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7543AC90-6AC6-4D2D-A90C-B73C2144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FBC715DB-DD62-41FA-8071-460A7DEA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1 / 2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9C06E68-BA63-4C2A-98E1-B5C5D0BA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38275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Which cases need a closer look?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B5675-0818-4342-8CEA-5DFF3C54A5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c961052e640c0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0" name="tile-title-A">
            <a:extLst xmlns:a="http://schemas.openxmlformats.org/drawingml/2006/main">
              <a:ext uri="{FF2B5EF4-FFF2-40B4-BE49-F238E27FC236}">
                <a16:creationId xmlns:a16="http://schemas.microsoft.com/office/drawing/2014/main" id="{3460862F-137C-498A-ABBD-862B8AF2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A   Festival cash</a:t>
            </a:r>
          </a:p>
        </p:txBody>
      </p:sp>
      <p:sp>
        <p:nvSpPr>
          <p:cNvPr id="11" name="tile-body-A">
            <a:extLst xmlns:a="http://schemas.openxmlformats.org/drawingml/2006/main">
              <a:ext uri="{FF2B5EF4-FFF2-40B4-BE49-F238E27FC236}">
                <a16:creationId xmlns:a16="http://schemas.microsoft.com/office/drawing/2014/main" id="{FC36D582-A11F-43E8-9423-714A06E2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Seasonal takings fit checked sales records.</a:t>
            </a:r>
          </a:p>
        </p:txBody>
      </p:sp>
      <p:sp>
        <p:nvSpPr>
          <p:cNvPr id="12" name="hit-A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95ACB4B4-0279-4743-95BB-CB962F0C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E0FEB9-059E-4925-A64D-49F3525FAC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634ec5e2a404d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4" name="tile-title-B">
            <a:extLst xmlns:a="http://schemas.openxmlformats.org/drawingml/2006/main">
              <a:ext uri="{FF2B5EF4-FFF2-40B4-BE49-F238E27FC236}">
                <a16:creationId xmlns:a16="http://schemas.microsoft.com/office/drawing/2014/main" id="{208698A1-D961-4EA6-9AC5-E40AE040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B   Cold account</a:t>
            </a:r>
          </a:p>
        </p:txBody>
      </p:sp>
      <p:sp>
        <p:nvSpPr>
          <p:cNvPr id="15" name="tile-body-B">
            <a:extLst xmlns:a="http://schemas.openxmlformats.org/drawingml/2006/main">
              <a:ext uri="{FF2B5EF4-FFF2-40B4-BE49-F238E27FC236}">
                <a16:creationId xmlns:a16="http://schemas.microsoft.com/office/drawing/2014/main" id="{7F102DF5-4281-4358-B978-FB15D50C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Unrelated credits rush out. The purpose is unexplained.</a:t>
            </a:r>
          </a:p>
        </p:txBody>
      </p:sp>
      <p:sp>
        <p:nvSpPr>
          <p:cNvPr id="16" name="hit-B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F17DBA30-68DA-401D-8750-C2CE10C9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52D63-9215-4354-8F4E-DBD8AFA68E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b5f18c529457f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8" name="tile-title-C">
            <a:extLst xmlns:a="http://schemas.openxmlformats.org/drawingml/2006/main">
              <a:ext uri="{FF2B5EF4-FFF2-40B4-BE49-F238E27FC236}">
                <a16:creationId xmlns:a16="http://schemas.microsoft.com/office/drawing/2014/main" id="{65B6E8C4-5D9A-425E-9ABE-BB62F7C7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   A bigger payslip</a:t>
            </a:r>
          </a:p>
        </p:txBody>
      </p:sp>
      <p:sp>
        <p:nvSpPr>
          <p:cNvPr id="19" name="tile-body-C">
            <a:extLst xmlns:a="http://schemas.openxmlformats.org/drawingml/2006/main">
              <a:ext uri="{FF2B5EF4-FFF2-40B4-BE49-F238E27FC236}">
                <a16:creationId xmlns:a16="http://schemas.microsoft.com/office/drawing/2014/main" id="{74C7E968-0265-438E-AB4B-25AE00C7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A bonus letter supports the employer’s payment.</a:t>
            </a:r>
          </a:p>
        </p:txBody>
      </p:sp>
      <p:sp>
        <p:nvSpPr>
          <p:cNvPr id="20" name="hit-C">
            <ns0:hlinkClick xmlns:ns0="http://schemas.openxmlformats.org/drawingml/2006/main" xmlns:ns1="http://schemas.openxmlformats.org/officeDocument/2006/relationships" ns1:id="rIdGame3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1386EEC9-1B84-4AB6-95D9-0EB7E377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966178-278B-4BF1-A675-752380DB40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089a751cf42e6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2" name="tile-title-D">
            <a:extLst xmlns:a="http://schemas.openxmlformats.org/drawingml/2006/main">
              <a:ext uri="{FF2B5EF4-FFF2-40B4-BE49-F238E27FC236}">
                <a16:creationId xmlns:a16="http://schemas.microsoft.com/office/drawing/2014/main" id="{8679F712-7CDB-43D1-9870-CFA4E876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D   Freelance work</a:t>
            </a:r>
          </a:p>
        </p:txBody>
      </p:sp>
      <p:sp>
        <p:nvSpPr>
          <p:cNvPr id="23" name="tile-body-D">
            <a:extLst xmlns:a="http://schemas.openxmlformats.org/drawingml/2006/main">
              <a:ext uri="{FF2B5EF4-FFF2-40B4-BE49-F238E27FC236}">
                <a16:creationId xmlns:a16="http://schemas.microsoft.com/office/drawing/2014/main" id="{6B83BA98-2C9D-4109-8160-7CC7D8EA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Client payments match checked invoices and work.</a:t>
            </a:r>
          </a:p>
        </p:txBody>
      </p:sp>
      <p:sp>
        <p:nvSpPr>
          <p:cNvPr id="24" name="hit-D">
            <ns0:hlinkClick xmlns:ns0="http://schemas.openxmlformats.org/drawingml/2006/main" xmlns:ns1="http://schemas.openxmlformats.org/officeDocument/2006/relationships" ns1:id="rIdGame4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0924BB9E-E02F-40DE-ADE2-0F14CE2B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606087-F5FC-41EB-ACC2-B85719C0D7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cd782fd1345dc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6" name="tile-title-E">
            <a:extLst xmlns:a="http://schemas.openxmlformats.org/drawingml/2006/main">
              <a:ext uri="{FF2B5EF4-FFF2-40B4-BE49-F238E27FC236}">
                <a16:creationId xmlns:a16="http://schemas.microsoft.com/office/drawing/2014/main" id="{4A05E0CD-C322-4293-A4C4-6B39E524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E   Refund switch</a:t>
            </a:r>
          </a:p>
        </p:txBody>
      </p:sp>
      <p:sp>
        <p:nvSpPr>
          <p:cNvPr id="27" name="tile-body-E">
            <a:extLst xmlns:a="http://schemas.openxmlformats.org/drawingml/2006/main">
              <a:ext uri="{FF2B5EF4-FFF2-40B4-BE49-F238E27FC236}">
                <a16:creationId xmlns:a16="http://schemas.microsoft.com/office/drawing/2014/main" id="{9D8F5F74-65F5-439B-AAA2-CA885E09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Refund goes to someone else. The link is unsupported.</a:t>
            </a:r>
          </a:p>
        </p:txBody>
      </p:sp>
      <p:sp>
        <p:nvSpPr>
          <p:cNvPr id="28" name="hit-E">
            <ns0:hlinkClick xmlns:ns0="http://schemas.openxmlformats.org/drawingml/2006/main" xmlns:ns1="http://schemas.openxmlformats.org/officeDocument/2006/relationships" ns1:id="rIdGame5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262D7698-F3D1-492F-BA8C-C1FA2679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C78AB-FF5A-4149-B0B2-FA0180F187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aa713690f462d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0" name="tile-title-F">
            <a:extLst xmlns:a="http://schemas.openxmlformats.org/drawingml/2006/main">
              <a:ext uri="{FF2B5EF4-FFF2-40B4-BE49-F238E27FC236}">
                <a16:creationId xmlns:a16="http://schemas.microsoft.com/office/drawing/2014/main" id="{7B6E97F3-5EE0-4EA4-82FC-C288DB03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F   House sale</a:t>
            </a:r>
          </a:p>
        </p:txBody>
      </p:sp>
      <p:sp>
        <p:nvSpPr>
          <p:cNvPr id="31" name="tile-body-F">
            <a:extLst xmlns:a="http://schemas.openxmlformats.org/drawingml/2006/main">
              <a:ext uri="{FF2B5EF4-FFF2-40B4-BE49-F238E27FC236}">
                <a16:creationId xmlns:a16="http://schemas.microsoft.com/office/drawing/2014/main" id="{59608D9A-567F-45B4-932B-EA2BBACE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Sale records and the buyer’s payment check out.</a:t>
            </a:r>
          </a:p>
        </p:txBody>
      </p:sp>
      <p:sp>
        <p:nvSpPr>
          <p:cNvPr id="32" name="hit-F">
            <ns0:hlinkClick xmlns:ns0="http://schemas.openxmlformats.org/drawingml/2006/main" xmlns:ns1="http://schemas.openxmlformats.org/officeDocument/2006/relationships" ns1:id="rIdGame6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7A799B52-501F-4A61-A4CA-2B8F4766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957B50-220E-470E-B329-FDECE80412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48d14e7a04de2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4" name="tile-title-G">
            <a:extLst xmlns:a="http://schemas.openxmlformats.org/drawingml/2006/main">
              <a:ext uri="{FF2B5EF4-FFF2-40B4-BE49-F238E27FC236}">
                <a16:creationId xmlns:a16="http://schemas.microsoft.com/office/drawing/2014/main" id="{28194B37-0D04-4ED4-88E4-8A2959CD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G   Supplier payment</a:t>
            </a:r>
          </a:p>
        </p:txBody>
      </p:sp>
      <p:sp>
        <p:nvSpPr>
          <p:cNvPr id="35" name="tile-body-G">
            <a:extLst xmlns:a="http://schemas.openxmlformats.org/drawingml/2006/main">
              <a:ext uri="{FF2B5EF4-FFF2-40B4-BE49-F238E27FC236}">
                <a16:creationId xmlns:a16="http://schemas.microsoft.com/office/drawing/2014/main" id="{8882024F-0AAC-41A9-AD11-6350A527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invoice and delivery records match the payment.</a:t>
            </a:r>
          </a:p>
        </p:txBody>
      </p:sp>
      <p:sp>
        <p:nvSpPr>
          <p:cNvPr id="36" name="hit-G">
            <ns0:hlinkClick xmlns:ns0="http://schemas.openxmlformats.org/drawingml/2006/main" xmlns:ns1="http://schemas.openxmlformats.org/officeDocument/2006/relationships" ns1:id="rIdGame7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E0346714-1691-4D96-9BE6-C13402D8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1450DE-A543-4BFA-8B94-4A11322298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6d37334304bcb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8" name="tile-title-H">
            <a:extLst xmlns:a="http://schemas.openxmlformats.org/drawingml/2006/main">
              <a:ext uri="{FF2B5EF4-FFF2-40B4-BE49-F238E27FC236}">
                <a16:creationId xmlns:a16="http://schemas.microsoft.com/office/drawing/2014/main" id="{064C62A0-0751-42A6-BB65-BAC9634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H   Who controls it?</a:t>
            </a:r>
          </a:p>
        </p:txBody>
      </p:sp>
      <p:sp>
        <p:nvSpPr>
          <p:cNvPr id="39" name="tile-body-H">
            <a:extLst xmlns:a="http://schemas.openxmlformats.org/drawingml/2006/main">
              <a:ext uri="{FF2B5EF4-FFF2-40B4-BE49-F238E27FC236}">
                <a16:creationId xmlns:a16="http://schemas.microsoft.com/office/drawing/2014/main" id="{733AAA8F-C68D-4645-B344-A6025465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Company control remains unclear after enquiries.</a:t>
            </a:r>
          </a:p>
        </p:txBody>
      </p:sp>
      <p:sp>
        <p:nvSpPr>
          <p:cNvPr id="40" name="hit-H">
            <ns0:hlinkClick xmlns:ns0="http://schemas.openxmlformats.org/drawingml/2006/main" xmlns:ns1="http://schemas.openxmlformats.org/officeDocument/2006/relationships" ns1:id="rIdGame8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58B427B9-7EF0-4608-ABA4-5F5A516B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06F1EF-4442-4FA3-A0EA-0E933B1912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08d5fe3274b96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42" name="tile-title-I">
            <a:extLst xmlns:a="http://schemas.openxmlformats.org/drawingml/2006/main">
              <a:ext uri="{FF2B5EF4-FFF2-40B4-BE49-F238E27FC236}">
                <a16:creationId xmlns:a16="http://schemas.microsoft.com/office/drawing/2014/main" id="{A0EF742C-A47D-4FC8-B82F-9FEB2298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I   Overseas tuition</a:t>
            </a:r>
          </a:p>
        </p:txBody>
      </p:sp>
      <p:sp>
        <p:nvSpPr>
          <p:cNvPr id="43" name="tile-body-I">
            <a:extLst xmlns:a="http://schemas.openxmlformats.org/drawingml/2006/main">
              <a:ext uri="{FF2B5EF4-FFF2-40B4-BE49-F238E27FC236}">
                <a16:creationId xmlns:a16="http://schemas.microsoft.com/office/drawing/2014/main" id="{150982D6-2398-472F-A11F-6FFFD0CE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Verified school. The payment matches checked fees.</a:t>
            </a:r>
          </a:p>
        </p:txBody>
      </p:sp>
      <p:sp>
        <p:nvSpPr>
          <p:cNvPr id="44" name="hit-I">
            <ns0:hlinkClick xmlns:ns0="http://schemas.openxmlformats.org/drawingml/2006/main" xmlns:ns1="http://schemas.openxmlformats.org/officeDocument/2006/relationships" ns1:id="rIdGame9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6D028A09-DFB5-42F0-9665-B9B741F9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5" name="status">
            <a:extLst xmlns:a="http://schemas.openxmlformats.org/drawingml/2006/main">
              <a:ext uri="{FF2B5EF4-FFF2-40B4-BE49-F238E27FC236}">
                <a16:creationId xmlns:a16="http://schemas.microsoft.com/office/drawing/2014/main" id="{A638EEFF-B96E-430D-8885-64DA9532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62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FALSE ALARM: a checked explanation cost one life. One life remains.</a:t>
            </a:r>
          </a:p>
        </p:txBody>
      </p:sp>
      <p:sp>
        <p:nvSpPr>
          <p:cNvPr id="46" name="restart">
            <ns0:hlinkClick xmlns:ns0="http://schemas.openxmlformats.org/drawingml/2006/main" xmlns:ns1="http://schemas.openxmlformats.org/officeDocument/2006/relationships" ns1:id="rIdGame10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FE31F74E-B59D-4072-BF85-A389C056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62800"/>
            <a:ext cx="1714500" cy="333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  <p:sp>
        <p:nvSpPr>
          <p:cNvPr id="47" name="rules-link">
            <ns0:hlinkClick xmlns:ns0="http://schemas.openxmlformats.org/drawingml/2006/main" xmlns:ns1="http://schemas.openxmlformats.org/officeDocument/2006/relationships" ns1:id="rIdGame1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5A6E105D-EBAD-43B5-86CD-15A58CBE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95325"/>
            <a:ext cx="1381125" cy="2762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704772718"/>
      </p:ext>
    </p:extLst>
  </p:cSld>
  <p:transition xmlns:ns1="http://schemas.microsoft.com/office/powerpoint/2010/main" advClick="0" spd="fast" ns1:dur="180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124A1F-F311-4CAC-ABC2-EB9016AA13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746c13fac4b3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455D1E8B-C11C-4C39-BC54-0FE71FCA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A6D4354A-E38B-4919-9CE7-63049EEC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FLAGS FOUND  1 / 3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6545DA3C-C354-4C6D-B394-182F3ED2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5BF820E1-8EB6-48A7-8B89-44FE9CB5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25CDB3E9-0050-4099-9818-49E5044A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4F3E2D10-8E6B-475C-886A-FFF14AE0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1 / 2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ED6E700-469B-4749-BE7E-D781CB26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38275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Which cases need a closer look?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6C1BD-4F44-4F57-9D83-4FF779BCCD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1cbb88679418a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0" name="tile-title-A">
            <a:extLst xmlns:a="http://schemas.openxmlformats.org/drawingml/2006/main">
              <a:ext uri="{FF2B5EF4-FFF2-40B4-BE49-F238E27FC236}">
                <a16:creationId xmlns:a16="http://schemas.microsoft.com/office/drawing/2014/main" id="{16562D6B-218C-4794-BEEB-A9715FB6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A   Festival cash</a:t>
            </a:r>
          </a:p>
        </p:txBody>
      </p:sp>
      <p:sp>
        <p:nvSpPr>
          <p:cNvPr id="11" name="tile-body-A">
            <a:extLst xmlns:a="http://schemas.openxmlformats.org/drawingml/2006/main">
              <a:ext uri="{FF2B5EF4-FFF2-40B4-BE49-F238E27FC236}">
                <a16:creationId xmlns:a16="http://schemas.microsoft.com/office/drawing/2014/main" id="{ADD734D8-DBAC-48AC-A77F-67AE247C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Seasonal takings fit checked sales records.</a:t>
            </a:r>
          </a:p>
        </p:txBody>
      </p:sp>
      <p:sp>
        <p:nvSpPr>
          <p:cNvPr id="12" name="hit-A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DC71684B-B67F-424D-8FDE-A64E7C0B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5476C-B8ED-47EB-9FC5-4B73D759E3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d4e83d27c4698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4" name="hit-border-B">
            <a:extLst xmlns:a="http://schemas.openxmlformats.org/drawingml/2006/main">
              <a:ext uri="{FF2B5EF4-FFF2-40B4-BE49-F238E27FC236}">
                <a16:creationId xmlns:a16="http://schemas.microsoft.com/office/drawing/2014/main" id="{D66FC921-8049-4585-AD26-59929248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38375"/>
            <a:ext cx="384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E2ED"/>
            </a:solidFill>
            <a:prstDash val="solid"/>
          </a:ln>
        </p:spPr>
      </p:sp>
      <p:sp>
        <p:nvSpPr>
          <p:cNvPr id="15" name="tile-title-B">
            <a:extLst xmlns:a="http://schemas.openxmlformats.org/drawingml/2006/main">
              <a:ext uri="{FF2B5EF4-FFF2-40B4-BE49-F238E27FC236}">
                <a16:creationId xmlns:a16="http://schemas.microsoft.com/office/drawing/2014/main" id="{6F393E8C-E487-405C-9E03-39A5EFED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B   FLAGGED +100</a:t>
            </a:r>
          </a:p>
        </p:txBody>
      </p:sp>
      <p:sp>
        <p:nvSpPr>
          <p:cNvPr id="16" name="tile-body-B">
            <a:extLst xmlns:a="http://schemas.openxmlformats.org/drawingml/2006/main">
              <a:ext uri="{FF2B5EF4-FFF2-40B4-BE49-F238E27FC236}">
                <a16:creationId xmlns:a16="http://schemas.microsoft.com/office/drawing/2014/main" id="{578326DA-2448-4B49-AEEB-84817CBC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The unusual flow needs an explanation and further review.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225C5-5D4E-49BE-BAF8-3C89267B55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c21d0f5be4f1d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8" name="tile-title-C">
            <a:extLst xmlns:a="http://schemas.openxmlformats.org/drawingml/2006/main">
              <a:ext uri="{FF2B5EF4-FFF2-40B4-BE49-F238E27FC236}">
                <a16:creationId xmlns:a16="http://schemas.microsoft.com/office/drawing/2014/main" id="{9ECCB2A4-10E0-478D-A9A2-7EA6ACFD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   A bigger payslip</a:t>
            </a:r>
          </a:p>
        </p:txBody>
      </p:sp>
      <p:sp>
        <p:nvSpPr>
          <p:cNvPr id="19" name="tile-body-C">
            <a:extLst xmlns:a="http://schemas.openxmlformats.org/drawingml/2006/main">
              <a:ext uri="{FF2B5EF4-FFF2-40B4-BE49-F238E27FC236}">
                <a16:creationId xmlns:a16="http://schemas.microsoft.com/office/drawing/2014/main" id="{63B2A924-4FF4-452C-BA62-B686B70D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A bonus letter supports the employer’s payment.</a:t>
            </a:r>
          </a:p>
        </p:txBody>
      </p:sp>
      <p:sp>
        <p:nvSpPr>
          <p:cNvPr id="20" name="hit-C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ED3F1688-3029-48BA-9323-08C79251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4ABB82-F39D-4C49-A8AB-638C0E0095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e12aab11e466a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2" name="tile-title-D">
            <a:extLst xmlns:a="http://schemas.openxmlformats.org/drawingml/2006/main">
              <a:ext uri="{FF2B5EF4-FFF2-40B4-BE49-F238E27FC236}">
                <a16:creationId xmlns:a16="http://schemas.microsoft.com/office/drawing/2014/main" id="{5F14B298-1439-4C76-BDC6-C3A91F0A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D   Freelance work</a:t>
            </a:r>
          </a:p>
        </p:txBody>
      </p:sp>
      <p:sp>
        <p:nvSpPr>
          <p:cNvPr id="23" name="tile-body-D">
            <a:extLst xmlns:a="http://schemas.openxmlformats.org/drawingml/2006/main">
              <a:ext uri="{FF2B5EF4-FFF2-40B4-BE49-F238E27FC236}">
                <a16:creationId xmlns:a16="http://schemas.microsoft.com/office/drawing/2014/main" id="{B6B7D956-9785-4CA8-A466-6D725B9E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Client payments match checked invoices and work.</a:t>
            </a:r>
          </a:p>
        </p:txBody>
      </p:sp>
      <p:sp>
        <p:nvSpPr>
          <p:cNvPr id="24" name="hit-D">
            <ns0:hlinkClick xmlns:ns0="http://schemas.openxmlformats.org/drawingml/2006/main" xmlns:ns1="http://schemas.openxmlformats.org/officeDocument/2006/relationships" ns1:id="rIdGame3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6091DB59-46D0-4895-A17F-C68CA8B6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31C48A-4D9C-490E-9B40-7E86C772B1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6010396bf4f05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6" name="tile-title-E">
            <a:extLst xmlns:a="http://schemas.openxmlformats.org/drawingml/2006/main">
              <a:ext uri="{FF2B5EF4-FFF2-40B4-BE49-F238E27FC236}">
                <a16:creationId xmlns:a16="http://schemas.microsoft.com/office/drawing/2014/main" id="{2E5F4374-AC33-4B13-B7EA-C9BDA607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E   Refund switch</a:t>
            </a:r>
          </a:p>
        </p:txBody>
      </p:sp>
      <p:sp>
        <p:nvSpPr>
          <p:cNvPr id="27" name="tile-body-E">
            <a:extLst xmlns:a="http://schemas.openxmlformats.org/drawingml/2006/main">
              <a:ext uri="{FF2B5EF4-FFF2-40B4-BE49-F238E27FC236}">
                <a16:creationId xmlns:a16="http://schemas.microsoft.com/office/drawing/2014/main" id="{1998234C-3671-4769-8E3E-56059648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Refund goes to someone else. The link is unsupported.</a:t>
            </a:r>
          </a:p>
        </p:txBody>
      </p:sp>
      <p:sp>
        <p:nvSpPr>
          <p:cNvPr id="28" name="hit-E">
            <ns0:hlinkClick xmlns:ns0="http://schemas.openxmlformats.org/drawingml/2006/main" xmlns:ns1="http://schemas.openxmlformats.org/officeDocument/2006/relationships" ns1:id="rIdGame4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DF3B039D-9721-4CF2-812D-F4116598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FCA8B8-3307-4B21-AA40-B40AC9B6B0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a949005984660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0" name="tile-title-F">
            <a:extLst xmlns:a="http://schemas.openxmlformats.org/drawingml/2006/main">
              <a:ext uri="{FF2B5EF4-FFF2-40B4-BE49-F238E27FC236}">
                <a16:creationId xmlns:a16="http://schemas.microsoft.com/office/drawing/2014/main" id="{8563848A-ACA3-4031-BE38-ACC90B61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F   House sale</a:t>
            </a:r>
          </a:p>
        </p:txBody>
      </p:sp>
      <p:sp>
        <p:nvSpPr>
          <p:cNvPr id="31" name="tile-body-F">
            <a:extLst xmlns:a="http://schemas.openxmlformats.org/drawingml/2006/main">
              <a:ext uri="{FF2B5EF4-FFF2-40B4-BE49-F238E27FC236}">
                <a16:creationId xmlns:a16="http://schemas.microsoft.com/office/drawing/2014/main" id="{CA9D3DC7-DDFD-4198-B40B-D1FDC92B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Sale records and the buyer’s payment check out.</a:t>
            </a:r>
          </a:p>
        </p:txBody>
      </p:sp>
      <p:sp>
        <p:nvSpPr>
          <p:cNvPr id="32" name="hit-F">
            <ns0:hlinkClick xmlns:ns0="http://schemas.openxmlformats.org/drawingml/2006/main" xmlns:ns1="http://schemas.openxmlformats.org/officeDocument/2006/relationships" ns1:id="rIdGame5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BC79298A-69FA-4225-AC1F-7CD68DFD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27A26D-4628-4745-8068-4EFE9B90A6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1583297654720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4" name="tile-title-G">
            <a:extLst xmlns:a="http://schemas.openxmlformats.org/drawingml/2006/main">
              <a:ext uri="{FF2B5EF4-FFF2-40B4-BE49-F238E27FC236}">
                <a16:creationId xmlns:a16="http://schemas.microsoft.com/office/drawing/2014/main" id="{7CC1D1DC-6AD3-4299-94D8-4477BD8F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G   Supplier payment</a:t>
            </a:r>
          </a:p>
        </p:txBody>
      </p:sp>
      <p:sp>
        <p:nvSpPr>
          <p:cNvPr id="35" name="tile-body-G">
            <a:extLst xmlns:a="http://schemas.openxmlformats.org/drawingml/2006/main">
              <a:ext uri="{FF2B5EF4-FFF2-40B4-BE49-F238E27FC236}">
                <a16:creationId xmlns:a16="http://schemas.microsoft.com/office/drawing/2014/main" id="{62D44B11-3A08-4CE4-B44B-364A4868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invoice and delivery records match the payment.</a:t>
            </a:r>
          </a:p>
        </p:txBody>
      </p:sp>
      <p:sp>
        <p:nvSpPr>
          <p:cNvPr id="36" name="hit-G">
            <ns0:hlinkClick xmlns:ns0="http://schemas.openxmlformats.org/drawingml/2006/main" xmlns:ns1="http://schemas.openxmlformats.org/officeDocument/2006/relationships" ns1:id="rIdGame6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8134DD26-C4D3-42AD-B3CD-4355B2D1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51CFB3-C41D-40FA-AB0D-3462F5816A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d1513db364cea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8" name="tile-title-H">
            <a:extLst xmlns:a="http://schemas.openxmlformats.org/drawingml/2006/main">
              <a:ext uri="{FF2B5EF4-FFF2-40B4-BE49-F238E27FC236}">
                <a16:creationId xmlns:a16="http://schemas.microsoft.com/office/drawing/2014/main" id="{0598696B-5DE8-44BA-99E9-8C355E32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H   Who controls it?</a:t>
            </a:r>
          </a:p>
        </p:txBody>
      </p:sp>
      <p:sp>
        <p:nvSpPr>
          <p:cNvPr id="39" name="tile-body-H">
            <a:extLst xmlns:a="http://schemas.openxmlformats.org/drawingml/2006/main">
              <a:ext uri="{FF2B5EF4-FFF2-40B4-BE49-F238E27FC236}">
                <a16:creationId xmlns:a16="http://schemas.microsoft.com/office/drawing/2014/main" id="{16BFB071-66B3-4B84-86A9-C441BBEA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Company control remains unclear after enquiries.</a:t>
            </a:r>
          </a:p>
        </p:txBody>
      </p:sp>
      <p:sp>
        <p:nvSpPr>
          <p:cNvPr id="40" name="hit-H">
            <ns0:hlinkClick xmlns:ns0="http://schemas.openxmlformats.org/drawingml/2006/main" xmlns:ns1="http://schemas.openxmlformats.org/officeDocument/2006/relationships" ns1:id="rIdGame7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35254652-BBDD-4478-8865-9D55BCC4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9DC617-E45C-4197-8710-9EF19D8EFA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c99312bc74846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42" name="tile-title-I">
            <a:extLst xmlns:a="http://schemas.openxmlformats.org/drawingml/2006/main">
              <a:ext uri="{FF2B5EF4-FFF2-40B4-BE49-F238E27FC236}">
                <a16:creationId xmlns:a16="http://schemas.microsoft.com/office/drawing/2014/main" id="{FE491935-2621-4ABD-8B52-D79B51F3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I   Overseas tuition</a:t>
            </a:r>
          </a:p>
        </p:txBody>
      </p:sp>
      <p:sp>
        <p:nvSpPr>
          <p:cNvPr id="43" name="tile-body-I">
            <a:extLst xmlns:a="http://schemas.openxmlformats.org/drawingml/2006/main">
              <a:ext uri="{FF2B5EF4-FFF2-40B4-BE49-F238E27FC236}">
                <a16:creationId xmlns:a16="http://schemas.microsoft.com/office/drawing/2014/main" id="{DAF68948-32A2-4772-97FA-AB07C4DD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Verified school. The payment matches checked fees.</a:t>
            </a:r>
          </a:p>
        </p:txBody>
      </p:sp>
      <p:sp>
        <p:nvSpPr>
          <p:cNvPr id="44" name="hit-I">
            <ns0:hlinkClick xmlns:ns0="http://schemas.openxmlformats.org/drawingml/2006/main" xmlns:ns1="http://schemas.openxmlformats.org/officeDocument/2006/relationships" ns1:id="rIdGame8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D99FEBCA-B351-4839-AF1F-5E4614DB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5" name="status">
            <a:extLst xmlns:a="http://schemas.openxmlformats.org/drawingml/2006/main">
              <a:ext uri="{FF2B5EF4-FFF2-40B4-BE49-F238E27FC236}">
                <a16:creationId xmlns:a16="http://schemas.microsoft.com/office/drawing/2014/main" id="{4FCF5CC8-48DF-4647-90D8-89D79DD8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62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FALSE ALARM: a checked explanation cost one life. One life remains.</a:t>
            </a:r>
          </a:p>
        </p:txBody>
      </p:sp>
      <p:sp>
        <p:nvSpPr>
          <p:cNvPr id="46" name="restart">
            <ns0:hlinkClick xmlns:ns0="http://schemas.openxmlformats.org/drawingml/2006/main" xmlns:ns1="http://schemas.openxmlformats.org/officeDocument/2006/relationships" ns1:id="rIdGame9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4E4D73F8-FF67-4C65-984B-7BB81037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62800"/>
            <a:ext cx="1714500" cy="333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  <p:sp>
        <p:nvSpPr>
          <p:cNvPr id="47" name="rules-link">
            <ns0:hlinkClick xmlns:ns0="http://schemas.openxmlformats.org/drawingml/2006/main" xmlns:ns1="http://schemas.openxmlformats.org/officeDocument/2006/relationships" ns1:id="rIdGame10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D938B17F-4264-429B-B994-F0884231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95325"/>
            <a:ext cx="1381125" cy="2762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1109011019"/>
      </p:ext>
    </p:extLst>
  </p:cSld>
  <p:transition xmlns:ns1="http://schemas.microsoft.com/office/powerpoint/2010/main" advClick="0" spd="fast" ns1:dur="180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034842-7E54-4B88-A23F-D276E601BB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5fe5c6185449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3776C30-BA20-4DF1-9C34-E6237058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40AE638F-2E7F-4C84-8ACE-25E7CCCB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FLAGS FOUND  1 / 3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DF043819-4A74-4CD4-8421-CE78D2B1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8B76AF1C-3FD5-49ED-BEE8-533084DC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57471BEC-0984-4254-A1A3-ED39AF3A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8F08BDFE-4AAD-44C4-B32F-9493929F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1 / 2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256086F-8804-4F12-93F4-94558D47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38275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Which cases need a closer look?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355A4-02D6-4761-AB51-69EA57481D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db8ea2e06494a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0" name="tile-title-A">
            <a:extLst xmlns:a="http://schemas.openxmlformats.org/drawingml/2006/main">
              <a:ext uri="{FF2B5EF4-FFF2-40B4-BE49-F238E27FC236}">
                <a16:creationId xmlns:a16="http://schemas.microsoft.com/office/drawing/2014/main" id="{87B27983-2445-4461-9CCF-F115FDCE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A   Festival cash</a:t>
            </a:r>
          </a:p>
        </p:txBody>
      </p:sp>
      <p:sp>
        <p:nvSpPr>
          <p:cNvPr id="11" name="tile-body-A">
            <a:extLst xmlns:a="http://schemas.openxmlformats.org/drawingml/2006/main">
              <a:ext uri="{FF2B5EF4-FFF2-40B4-BE49-F238E27FC236}">
                <a16:creationId xmlns:a16="http://schemas.microsoft.com/office/drawing/2014/main" id="{7E227613-2A93-4A4E-B181-A21AF8FC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Seasonal takings fit checked sales records.</a:t>
            </a:r>
          </a:p>
        </p:txBody>
      </p:sp>
      <p:sp>
        <p:nvSpPr>
          <p:cNvPr id="12" name="hit-A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637A41D9-BF96-4652-B3F6-D7668B9D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E8D1E-0EFB-45FF-B34C-24E55E71B8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6cce15fbe4d8b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4" name="tile-title-B">
            <a:extLst xmlns:a="http://schemas.openxmlformats.org/drawingml/2006/main">
              <a:ext uri="{FF2B5EF4-FFF2-40B4-BE49-F238E27FC236}">
                <a16:creationId xmlns:a16="http://schemas.microsoft.com/office/drawing/2014/main" id="{B66CFB4F-C6BE-4D6C-9181-106524BE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B   Cold account</a:t>
            </a:r>
          </a:p>
        </p:txBody>
      </p:sp>
      <p:sp>
        <p:nvSpPr>
          <p:cNvPr id="15" name="tile-body-B">
            <a:extLst xmlns:a="http://schemas.openxmlformats.org/drawingml/2006/main">
              <a:ext uri="{FF2B5EF4-FFF2-40B4-BE49-F238E27FC236}">
                <a16:creationId xmlns:a16="http://schemas.microsoft.com/office/drawing/2014/main" id="{DAEB106F-6AFF-4993-90FC-968F03D9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Unrelated credits rush out. The purpose is unexplained.</a:t>
            </a:r>
          </a:p>
        </p:txBody>
      </p:sp>
      <p:sp>
        <p:nvSpPr>
          <p:cNvPr id="16" name="hit-B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BBCD693A-DB2E-416E-8451-DB2551BC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AE1B38-A830-419B-9F3D-9DF90454DF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946ec4f024d9b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8" name="tile-title-C">
            <a:extLst xmlns:a="http://schemas.openxmlformats.org/drawingml/2006/main">
              <a:ext uri="{FF2B5EF4-FFF2-40B4-BE49-F238E27FC236}">
                <a16:creationId xmlns:a16="http://schemas.microsoft.com/office/drawing/2014/main" id="{6DA2115C-3E38-442C-BC56-2C70670D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   A bigger payslip</a:t>
            </a:r>
          </a:p>
        </p:txBody>
      </p:sp>
      <p:sp>
        <p:nvSpPr>
          <p:cNvPr id="19" name="tile-body-C">
            <a:extLst xmlns:a="http://schemas.openxmlformats.org/drawingml/2006/main">
              <a:ext uri="{FF2B5EF4-FFF2-40B4-BE49-F238E27FC236}">
                <a16:creationId xmlns:a16="http://schemas.microsoft.com/office/drawing/2014/main" id="{D4FCAAFB-BF7D-44AA-B076-DA64C46B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A bonus letter supports the employer’s payment.</a:t>
            </a:r>
          </a:p>
        </p:txBody>
      </p:sp>
      <p:sp>
        <p:nvSpPr>
          <p:cNvPr id="20" name="hit-C">
            <ns0:hlinkClick xmlns:ns0="http://schemas.openxmlformats.org/drawingml/2006/main" xmlns:ns1="http://schemas.openxmlformats.org/officeDocument/2006/relationships" ns1:id="rIdGame3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4CDC2D6F-73D6-4D2A-B4DD-D829CBCE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F3EFF4-B15C-4142-83AF-3FF5DB0B82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22e4b30194e74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2" name="tile-title-D">
            <a:extLst xmlns:a="http://schemas.openxmlformats.org/drawingml/2006/main">
              <a:ext uri="{FF2B5EF4-FFF2-40B4-BE49-F238E27FC236}">
                <a16:creationId xmlns:a16="http://schemas.microsoft.com/office/drawing/2014/main" id="{01EBAD3D-A002-4AF5-A715-D9FC3B4C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D   Freelance work</a:t>
            </a:r>
          </a:p>
        </p:txBody>
      </p:sp>
      <p:sp>
        <p:nvSpPr>
          <p:cNvPr id="23" name="tile-body-D">
            <a:extLst xmlns:a="http://schemas.openxmlformats.org/drawingml/2006/main">
              <a:ext uri="{FF2B5EF4-FFF2-40B4-BE49-F238E27FC236}">
                <a16:creationId xmlns:a16="http://schemas.microsoft.com/office/drawing/2014/main" id="{7D2E8407-5B9E-431D-9A0E-C3567C76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Client payments match checked invoices and work.</a:t>
            </a:r>
          </a:p>
        </p:txBody>
      </p:sp>
      <p:sp>
        <p:nvSpPr>
          <p:cNvPr id="24" name="hit-D">
            <ns0:hlinkClick xmlns:ns0="http://schemas.openxmlformats.org/drawingml/2006/main" xmlns:ns1="http://schemas.openxmlformats.org/officeDocument/2006/relationships" ns1:id="rIdGame4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85931603-88F5-438D-B0F2-33D14AA7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1849A7-3C73-48D4-8FF4-A0546C432E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330f3747b4266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6" name="hit-border-E">
            <a:extLst xmlns:a="http://schemas.openxmlformats.org/drawingml/2006/main">
              <a:ext uri="{FF2B5EF4-FFF2-40B4-BE49-F238E27FC236}">
                <a16:creationId xmlns:a16="http://schemas.microsoft.com/office/drawing/2014/main" id="{6DD5EE93-8BCA-4E55-B1C5-78739FF2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48100"/>
            <a:ext cx="384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E2ED"/>
            </a:solidFill>
            <a:prstDash val="solid"/>
          </a:ln>
        </p:spPr>
      </p:sp>
      <p:sp>
        <p:nvSpPr>
          <p:cNvPr id="27" name="tile-title-E">
            <a:extLst xmlns:a="http://schemas.openxmlformats.org/drawingml/2006/main">
              <a:ext uri="{FF2B5EF4-FFF2-40B4-BE49-F238E27FC236}">
                <a16:creationId xmlns:a16="http://schemas.microsoft.com/office/drawing/2014/main" id="{72B69333-6FED-4783-8D5F-0B3CD8E8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E   FLAGGED +100</a:t>
            </a:r>
          </a:p>
        </p:txBody>
      </p:sp>
      <p:sp>
        <p:nvSpPr>
          <p:cNvPr id="28" name="tile-body-E">
            <a:extLst xmlns:a="http://schemas.openxmlformats.org/drawingml/2006/main">
              <a:ext uri="{FF2B5EF4-FFF2-40B4-BE49-F238E27FC236}">
                <a16:creationId xmlns:a16="http://schemas.microsoft.com/office/drawing/2014/main" id="{94C535C0-0517-4CC6-9824-4487C6CF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The unsupported recipient link needs further review.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8C6FAE-B462-43A7-95A7-549ADC9F9F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569164d4d4c6b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0" name="tile-title-F">
            <a:extLst xmlns:a="http://schemas.openxmlformats.org/drawingml/2006/main">
              <a:ext uri="{FF2B5EF4-FFF2-40B4-BE49-F238E27FC236}">
                <a16:creationId xmlns:a16="http://schemas.microsoft.com/office/drawing/2014/main" id="{3882A0BC-F7D0-487A-B11E-0A76C255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F   House sale</a:t>
            </a:r>
          </a:p>
        </p:txBody>
      </p:sp>
      <p:sp>
        <p:nvSpPr>
          <p:cNvPr id="31" name="tile-body-F">
            <a:extLst xmlns:a="http://schemas.openxmlformats.org/drawingml/2006/main">
              <a:ext uri="{FF2B5EF4-FFF2-40B4-BE49-F238E27FC236}">
                <a16:creationId xmlns:a16="http://schemas.microsoft.com/office/drawing/2014/main" id="{09182E45-920C-4CA3-A9A1-1F4DDECE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Sale records and the buyer’s payment check out.</a:t>
            </a:r>
          </a:p>
        </p:txBody>
      </p:sp>
      <p:sp>
        <p:nvSpPr>
          <p:cNvPr id="32" name="hit-F">
            <ns0:hlinkClick xmlns:ns0="http://schemas.openxmlformats.org/drawingml/2006/main" xmlns:ns1="http://schemas.openxmlformats.org/officeDocument/2006/relationships" ns1:id="rIdGame5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A4FB57DD-2146-485C-837B-31F438CD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BF9896-D640-4157-907C-C42EB11E9D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b8477d16d407b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4" name="tile-title-G">
            <a:extLst xmlns:a="http://schemas.openxmlformats.org/drawingml/2006/main">
              <a:ext uri="{FF2B5EF4-FFF2-40B4-BE49-F238E27FC236}">
                <a16:creationId xmlns:a16="http://schemas.microsoft.com/office/drawing/2014/main" id="{8FC777B2-B057-4D0F-BB66-D0B8EFF4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G   Supplier payment</a:t>
            </a:r>
          </a:p>
        </p:txBody>
      </p:sp>
      <p:sp>
        <p:nvSpPr>
          <p:cNvPr id="35" name="tile-body-G">
            <a:extLst xmlns:a="http://schemas.openxmlformats.org/drawingml/2006/main">
              <a:ext uri="{FF2B5EF4-FFF2-40B4-BE49-F238E27FC236}">
                <a16:creationId xmlns:a16="http://schemas.microsoft.com/office/drawing/2014/main" id="{1D57950F-0999-4F48-89F1-79D83988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invoice and delivery records match the payment.</a:t>
            </a:r>
          </a:p>
        </p:txBody>
      </p:sp>
      <p:sp>
        <p:nvSpPr>
          <p:cNvPr id="36" name="hit-G">
            <ns0:hlinkClick xmlns:ns0="http://schemas.openxmlformats.org/drawingml/2006/main" xmlns:ns1="http://schemas.openxmlformats.org/officeDocument/2006/relationships" ns1:id="rIdGame6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7998ADCA-8E25-4BE4-8870-4E92C3FD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944A19-2012-43E6-8DF0-42B035D224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7860020ca417a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8" name="tile-title-H">
            <a:extLst xmlns:a="http://schemas.openxmlformats.org/drawingml/2006/main">
              <a:ext uri="{FF2B5EF4-FFF2-40B4-BE49-F238E27FC236}">
                <a16:creationId xmlns:a16="http://schemas.microsoft.com/office/drawing/2014/main" id="{A33A9395-DB17-4894-A2A0-6FAEE4AF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H   Who controls it?</a:t>
            </a:r>
          </a:p>
        </p:txBody>
      </p:sp>
      <p:sp>
        <p:nvSpPr>
          <p:cNvPr id="39" name="tile-body-H">
            <a:extLst xmlns:a="http://schemas.openxmlformats.org/drawingml/2006/main">
              <a:ext uri="{FF2B5EF4-FFF2-40B4-BE49-F238E27FC236}">
                <a16:creationId xmlns:a16="http://schemas.microsoft.com/office/drawing/2014/main" id="{A7BC0511-DD47-40C3-8456-BAF6E72D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Company control remains unclear after enquiries.</a:t>
            </a:r>
          </a:p>
        </p:txBody>
      </p:sp>
      <p:sp>
        <p:nvSpPr>
          <p:cNvPr id="40" name="hit-H">
            <ns0:hlinkClick xmlns:ns0="http://schemas.openxmlformats.org/drawingml/2006/main" xmlns:ns1="http://schemas.openxmlformats.org/officeDocument/2006/relationships" ns1:id="rIdGame7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B5FA8B78-0662-451D-9E50-204C5F28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5FAF2A-8BB7-4340-8C19-50A219F0BF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4fc4efeea47c6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42" name="tile-title-I">
            <a:extLst xmlns:a="http://schemas.openxmlformats.org/drawingml/2006/main">
              <a:ext uri="{FF2B5EF4-FFF2-40B4-BE49-F238E27FC236}">
                <a16:creationId xmlns:a16="http://schemas.microsoft.com/office/drawing/2014/main" id="{B7BF0C93-52F7-437E-A6CB-DF788E16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I   Overseas tuition</a:t>
            </a:r>
          </a:p>
        </p:txBody>
      </p:sp>
      <p:sp>
        <p:nvSpPr>
          <p:cNvPr id="43" name="tile-body-I">
            <a:extLst xmlns:a="http://schemas.openxmlformats.org/drawingml/2006/main">
              <a:ext uri="{FF2B5EF4-FFF2-40B4-BE49-F238E27FC236}">
                <a16:creationId xmlns:a16="http://schemas.microsoft.com/office/drawing/2014/main" id="{CF603B14-703C-42B0-9C08-14D68E25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Verified school. The payment matches checked fees.</a:t>
            </a:r>
          </a:p>
        </p:txBody>
      </p:sp>
      <p:sp>
        <p:nvSpPr>
          <p:cNvPr id="44" name="hit-I">
            <ns0:hlinkClick xmlns:ns0="http://schemas.openxmlformats.org/drawingml/2006/main" xmlns:ns1="http://schemas.openxmlformats.org/officeDocument/2006/relationships" ns1:id="rIdGame8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9749C3D3-4D13-49BE-B033-D0EF9AD9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5" name="status">
            <a:extLst xmlns:a="http://schemas.openxmlformats.org/drawingml/2006/main">
              <a:ext uri="{FF2B5EF4-FFF2-40B4-BE49-F238E27FC236}">
                <a16:creationId xmlns:a16="http://schemas.microsoft.com/office/drawing/2014/main" id="{752B61E3-78B3-4A4A-A9A6-7926497E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62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FALSE ALARM: a checked explanation cost one life. One life remains.</a:t>
            </a:r>
          </a:p>
        </p:txBody>
      </p:sp>
      <p:sp>
        <p:nvSpPr>
          <p:cNvPr id="46" name="restart">
            <ns0:hlinkClick xmlns:ns0="http://schemas.openxmlformats.org/drawingml/2006/main" xmlns:ns1="http://schemas.openxmlformats.org/officeDocument/2006/relationships" ns1:id="rIdGame9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066427E7-5871-48E7-B354-29CF1882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62800"/>
            <a:ext cx="1714500" cy="333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  <p:sp>
        <p:nvSpPr>
          <p:cNvPr id="47" name="rules-link">
            <ns0:hlinkClick xmlns:ns0="http://schemas.openxmlformats.org/drawingml/2006/main" xmlns:ns1="http://schemas.openxmlformats.org/officeDocument/2006/relationships" ns1:id="rIdGame10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8A1367E8-8EC5-4A7E-A6A6-305465B4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95325"/>
            <a:ext cx="1381125" cy="2762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438170595"/>
      </p:ext>
    </p:extLst>
  </p:cSld>
  <p:transition xmlns:ns1="http://schemas.microsoft.com/office/powerpoint/2010/main" advClick="0" spd="fast" ns1:dur="180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2EDEAA-7C93-4D91-8AD6-EB65B4F11C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bd8964b0c40a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F2BF7561-AD92-4729-B268-33696D36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AB3FE0C2-1B68-4AE5-8E2A-FC50BC8E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FLAGS FOUND  2 / 3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CB07BB32-0FFE-4BA1-BA2F-B31E7CF5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EC1872EF-0604-4711-BD3A-890115BB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06AF11F2-9FEE-4FDF-B80C-7A0EBDB8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DE4702BC-F095-4E11-B0D2-CD3BBB1B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1 / 2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AA939FC-32CD-4941-AF28-DD6945A2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38275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Which cases need a closer look?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02E9B-ABB1-434A-AE2D-03E3B1C53E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d57066e544d73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0" name="tile-title-A">
            <a:extLst xmlns:a="http://schemas.openxmlformats.org/drawingml/2006/main">
              <a:ext uri="{FF2B5EF4-FFF2-40B4-BE49-F238E27FC236}">
                <a16:creationId xmlns:a16="http://schemas.microsoft.com/office/drawing/2014/main" id="{295B3F39-F81E-4FA4-8EA0-F16ABC2A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A   Festival cash</a:t>
            </a:r>
          </a:p>
        </p:txBody>
      </p:sp>
      <p:sp>
        <p:nvSpPr>
          <p:cNvPr id="11" name="tile-body-A">
            <a:extLst xmlns:a="http://schemas.openxmlformats.org/drawingml/2006/main">
              <a:ext uri="{FF2B5EF4-FFF2-40B4-BE49-F238E27FC236}">
                <a16:creationId xmlns:a16="http://schemas.microsoft.com/office/drawing/2014/main" id="{58D392F5-C0CA-4F37-B189-3501715E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Seasonal takings fit checked sales records.</a:t>
            </a:r>
          </a:p>
        </p:txBody>
      </p:sp>
      <p:sp>
        <p:nvSpPr>
          <p:cNvPr id="12" name="hit-A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2C37859A-51DF-4380-8E2E-509D7F4F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07F0D-9866-4DCE-990A-2DE2327DCF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1d569df1642fd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4" name="hit-border-B">
            <a:extLst xmlns:a="http://schemas.openxmlformats.org/drawingml/2006/main">
              <a:ext uri="{FF2B5EF4-FFF2-40B4-BE49-F238E27FC236}">
                <a16:creationId xmlns:a16="http://schemas.microsoft.com/office/drawing/2014/main" id="{976A8AB5-D25D-448C-BD07-DDA18DB1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38375"/>
            <a:ext cx="384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E2ED"/>
            </a:solidFill>
            <a:prstDash val="solid"/>
          </a:ln>
        </p:spPr>
      </p:sp>
      <p:sp>
        <p:nvSpPr>
          <p:cNvPr id="15" name="tile-title-B">
            <a:extLst xmlns:a="http://schemas.openxmlformats.org/drawingml/2006/main">
              <a:ext uri="{FF2B5EF4-FFF2-40B4-BE49-F238E27FC236}">
                <a16:creationId xmlns:a16="http://schemas.microsoft.com/office/drawing/2014/main" id="{470EC9E7-2C8F-4014-A3D3-DA9DE6D4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B   FLAGGED +100</a:t>
            </a:r>
          </a:p>
        </p:txBody>
      </p:sp>
      <p:sp>
        <p:nvSpPr>
          <p:cNvPr id="16" name="tile-body-B">
            <a:extLst xmlns:a="http://schemas.openxmlformats.org/drawingml/2006/main">
              <a:ext uri="{FF2B5EF4-FFF2-40B4-BE49-F238E27FC236}">
                <a16:creationId xmlns:a16="http://schemas.microsoft.com/office/drawing/2014/main" id="{2B4B7DB0-94FE-4506-9580-01305944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The unusual flow needs an explanation and further review.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0597A8-EBC3-4AF8-BAAC-F693535DF3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400c846224fe9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8" name="tile-title-C">
            <a:extLst xmlns:a="http://schemas.openxmlformats.org/drawingml/2006/main">
              <a:ext uri="{FF2B5EF4-FFF2-40B4-BE49-F238E27FC236}">
                <a16:creationId xmlns:a16="http://schemas.microsoft.com/office/drawing/2014/main" id="{9B339DB0-9997-44B2-9114-F2A8BFA6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   A bigger payslip</a:t>
            </a:r>
          </a:p>
        </p:txBody>
      </p:sp>
      <p:sp>
        <p:nvSpPr>
          <p:cNvPr id="19" name="tile-body-C">
            <a:extLst xmlns:a="http://schemas.openxmlformats.org/drawingml/2006/main">
              <a:ext uri="{FF2B5EF4-FFF2-40B4-BE49-F238E27FC236}">
                <a16:creationId xmlns:a16="http://schemas.microsoft.com/office/drawing/2014/main" id="{E4F29748-1222-4F5B-B0F4-03195D5A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A bonus letter supports the employer’s payment.</a:t>
            </a:r>
          </a:p>
        </p:txBody>
      </p:sp>
      <p:sp>
        <p:nvSpPr>
          <p:cNvPr id="20" name="hit-C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739B6A1C-9DDC-46CF-B779-6BFDBEE4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806D19-68A0-4323-8BD0-789A644B58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0d592dd9347d1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2" name="tile-title-D">
            <a:extLst xmlns:a="http://schemas.openxmlformats.org/drawingml/2006/main">
              <a:ext uri="{FF2B5EF4-FFF2-40B4-BE49-F238E27FC236}">
                <a16:creationId xmlns:a16="http://schemas.microsoft.com/office/drawing/2014/main" id="{7D9ECA05-4129-4056-9996-427FDADA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D   Freelance work</a:t>
            </a:r>
          </a:p>
        </p:txBody>
      </p:sp>
      <p:sp>
        <p:nvSpPr>
          <p:cNvPr id="23" name="tile-body-D">
            <a:extLst xmlns:a="http://schemas.openxmlformats.org/drawingml/2006/main">
              <a:ext uri="{FF2B5EF4-FFF2-40B4-BE49-F238E27FC236}">
                <a16:creationId xmlns:a16="http://schemas.microsoft.com/office/drawing/2014/main" id="{0218CCB7-1165-44B0-9737-79123829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Client payments match checked invoices and work.</a:t>
            </a:r>
          </a:p>
        </p:txBody>
      </p:sp>
      <p:sp>
        <p:nvSpPr>
          <p:cNvPr id="24" name="hit-D">
            <ns0:hlinkClick xmlns:ns0="http://schemas.openxmlformats.org/drawingml/2006/main" xmlns:ns1="http://schemas.openxmlformats.org/officeDocument/2006/relationships" ns1:id="rIdGame3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17E5E9B1-2A18-4559-B4D9-826ACBD4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412216-C214-4262-8454-1D85848483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4900b7a404532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6" name="hit-border-E">
            <a:extLst xmlns:a="http://schemas.openxmlformats.org/drawingml/2006/main">
              <a:ext uri="{FF2B5EF4-FFF2-40B4-BE49-F238E27FC236}">
                <a16:creationId xmlns:a16="http://schemas.microsoft.com/office/drawing/2014/main" id="{6A6D90F3-F107-4EAD-A032-E897D159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48100"/>
            <a:ext cx="384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E2ED"/>
            </a:solidFill>
            <a:prstDash val="solid"/>
          </a:ln>
        </p:spPr>
      </p:sp>
      <p:sp>
        <p:nvSpPr>
          <p:cNvPr id="27" name="tile-title-E">
            <a:extLst xmlns:a="http://schemas.openxmlformats.org/drawingml/2006/main">
              <a:ext uri="{FF2B5EF4-FFF2-40B4-BE49-F238E27FC236}">
                <a16:creationId xmlns:a16="http://schemas.microsoft.com/office/drawing/2014/main" id="{A0D71C52-A357-4912-BA16-C9F94713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E   FLAGGED +100</a:t>
            </a:r>
          </a:p>
        </p:txBody>
      </p:sp>
      <p:sp>
        <p:nvSpPr>
          <p:cNvPr id="28" name="tile-body-E">
            <a:extLst xmlns:a="http://schemas.openxmlformats.org/drawingml/2006/main">
              <a:ext uri="{FF2B5EF4-FFF2-40B4-BE49-F238E27FC236}">
                <a16:creationId xmlns:a16="http://schemas.microsoft.com/office/drawing/2014/main" id="{7BE92FD6-5CEE-4905-83F0-2418BD69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The unsupported recipient link needs further review.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A7AFBC-9A8F-4C38-84F7-FE9F146844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9438d45ca4e8d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0" name="tile-title-F">
            <a:extLst xmlns:a="http://schemas.openxmlformats.org/drawingml/2006/main">
              <a:ext uri="{FF2B5EF4-FFF2-40B4-BE49-F238E27FC236}">
                <a16:creationId xmlns:a16="http://schemas.microsoft.com/office/drawing/2014/main" id="{38DD31C8-55CB-44F1-9F5E-6F35B0AF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F   House sale</a:t>
            </a:r>
          </a:p>
        </p:txBody>
      </p:sp>
      <p:sp>
        <p:nvSpPr>
          <p:cNvPr id="31" name="tile-body-F">
            <a:extLst xmlns:a="http://schemas.openxmlformats.org/drawingml/2006/main">
              <a:ext uri="{FF2B5EF4-FFF2-40B4-BE49-F238E27FC236}">
                <a16:creationId xmlns:a16="http://schemas.microsoft.com/office/drawing/2014/main" id="{185CE9A5-6EE7-4C02-A219-7842668B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Sale records and the buyer’s payment check out.</a:t>
            </a:r>
          </a:p>
        </p:txBody>
      </p:sp>
      <p:sp>
        <p:nvSpPr>
          <p:cNvPr id="32" name="hit-F">
            <ns0:hlinkClick xmlns:ns0="http://schemas.openxmlformats.org/drawingml/2006/main" xmlns:ns1="http://schemas.openxmlformats.org/officeDocument/2006/relationships" ns1:id="rIdGame4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D9225C34-3509-4D48-B18C-B8D41696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2DBE3B-D02A-4D25-87E5-D6E6E4CE62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b5ec199a14749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4" name="tile-title-G">
            <a:extLst xmlns:a="http://schemas.openxmlformats.org/drawingml/2006/main">
              <a:ext uri="{FF2B5EF4-FFF2-40B4-BE49-F238E27FC236}">
                <a16:creationId xmlns:a16="http://schemas.microsoft.com/office/drawing/2014/main" id="{582AF073-8879-400A-96A6-C440ABEF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G   Supplier payment</a:t>
            </a:r>
          </a:p>
        </p:txBody>
      </p:sp>
      <p:sp>
        <p:nvSpPr>
          <p:cNvPr id="35" name="tile-body-G">
            <a:extLst xmlns:a="http://schemas.openxmlformats.org/drawingml/2006/main">
              <a:ext uri="{FF2B5EF4-FFF2-40B4-BE49-F238E27FC236}">
                <a16:creationId xmlns:a16="http://schemas.microsoft.com/office/drawing/2014/main" id="{049D8131-6A73-4FB9-BE80-488D4FCE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invoice and delivery records match the payment.</a:t>
            </a:r>
          </a:p>
        </p:txBody>
      </p:sp>
      <p:sp>
        <p:nvSpPr>
          <p:cNvPr id="36" name="hit-G">
            <ns0:hlinkClick xmlns:ns0="http://schemas.openxmlformats.org/drawingml/2006/main" xmlns:ns1="http://schemas.openxmlformats.org/officeDocument/2006/relationships" ns1:id="rIdGame5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EA294E28-56C3-4869-B278-D202FA75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01592B-1674-4332-8FD2-280BD0E6FA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61520c9b44b40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8" name="tile-title-H">
            <a:extLst xmlns:a="http://schemas.openxmlformats.org/drawingml/2006/main">
              <a:ext uri="{FF2B5EF4-FFF2-40B4-BE49-F238E27FC236}">
                <a16:creationId xmlns:a16="http://schemas.microsoft.com/office/drawing/2014/main" id="{34388627-3AD1-458A-8E59-9C6AAFE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H   Who controls it?</a:t>
            </a:r>
          </a:p>
        </p:txBody>
      </p:sp>
      <p:sp>
        <p:nvSpPr>
          <p:cNvPr id="39" name="tile-body-H">
            <a:extLst xmlns:a="http://schemas.openxmlformats.org/drawingml/2006/main">
              <a:ext uri="{FF2B5EF4-FFF2-40B4-BE49-F238E27FC236}">
                <a16:creationId xmlns:a16="http://schemas.microsoft.com/office/drawing/2014/main" id="{22CDEA31-4D65-4D27-BE1E-B2D60E52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Company control remains unclear after enquiries.</a:t>
            </a:r>
          </a:p>
        </p:txBody>
      </p:sp>
      <p:sp>
        <p:nvSpPr>
          <p:cNvPr id="40" name="hit-H">
            <ns0:hlinkClick xmlns:ns0="http://schemas.openxmlformats.org/drawingml/2006/main" xmlns:ns1="http://schemas.openxmlformats.org/officeDocument/2006/relationships" ns1:id="rIdGame6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4FD2811E-EC80-4211-BF30-9B12C8EE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631FB2-9561-4A7F-9C42-D84F72BE28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832f761f54519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42" name="tile-title-I">
            <a:extLst xmlns:a="http://schemas.openxmlformats.org/drawingml/2006/main">
              <a:ext uri="{FF2B5EF4-FFF2-40B4-BE49-F238E27FC236}">
                <a16:creationId xmlns:a16="http://schemas.microsoft.com/office/drawing/2014/main" id="{8ABF4D40-B940-4BD1-8F51-AB965FA1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I   Overseas tuition</a:t>
            </a:r>
          </a:p>
        </p:txBody>
      </p:sp>
      <p:sp>
        <p:nvSpPr>
          <p:cNvPr id="43" name="tile-body-I">
            <a:extLst xmlns:a="http://schemas.openxmlformats.org/drawingml/2006/main">
              <a:ext uri="{FF2B5EF4-FFF2-40B4-BE49-F238E27FC236}">
                <a16:creationId xmlns:a16="http://schemas.microsoft.com/office/drawing/2014/main" id="{133995D9-1593-4F31-AA23-7C113F52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Verified school. The payment matches checked fees.</a:t>
            </a:r>
          </a:p>
        </p:txBody>
      </p:sp>
      <p:sp>
        <p:nvSpPr>
          <p:cNvPr id="44" name="hit-I">
            <ns0:hlinkClick xmlns:ns0="http://schemas.openxmlformats.org/drawingml/2006/main" xmlns:ns1="http://schemas.openxmlformats.org/officeDocument/2006/relationships" ns1:id="rIdGame7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CB9200A9-81E4-4834-BA30-CC567F74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5" name="status">
            <a:extLst xmlns:a="http://schemas.openxmlformats.org/drawingml/2006/main">
              <a:ext uri="{FF2B5EF4-FFF2-40B4-BE49-F238E27FC236}">
                <a16:creationId xmlns:a16="http://schemas.microsoft.com/office/drawing/2014/main" id="{564CEDC5-808A-43C3-89B4-89D08641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62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FALSE ALARM: a checked explanation cost one life. One life remains.</a:t>
            </a:r>
          </a:p>
        </p:txBody>
      </p:sp>
      <p:sp>
        <p:nvSpPr>
          <p:cNvPr id="46" name="restart">
            <ns0:hlinkClick xmlns:ns0="http://schemas.openxmlformats.org/drawingml/2006/main" xmlns:ns1="http://schemas.openxmlformats.org/officeDocument/2006/relationships" ns1:id="rIdGame8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F57322BB-66C0-4A85-9EA0-2FCEFCBB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62800"/>
            <a:ext cx="1714500" cy="333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  <p:sp>
        <p:nvSpPr>
          <p:cNvPr id="47" name="rules-link">
            <ns0:hlinkClick xmlns:ns0="http://schemas.openxmlformats.org/drawingml/2006/main" xmlns:ns1="http://schemas.openxmlformats.org/officeDocument/2006/relationships" ns1:id="rIdGame9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4AE0702B-4B46-4C8F-96A9-0D6554ED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95325"/>
            <a:ext cx="1381125" cy="2762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1947672663"/>
      </p:ext>
    </p:extLst>
  </p:cSld>
  <p:transition xmlns:ns1="http://schemas.microsoft.com/office/powerpoint/2010/main" advClick="0" spd="fast" ns1:dur="180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DE4A29-23F5-4D3C-A083-71F07EBD8D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649c7fe00434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4157DB42-6D76-46D9-B82B-32A5AAFE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FC4AD203-2EEC-45F2-9D64-BEC59109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FLAGS FOUND  1 / 3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670B1640-6CF5-451D-9336-4ED0F2FD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326E2388-0674-4025-B806-42C4C65C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942C988A-6DCC-4AD6-831C-8EEDBCE7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4C7371B6-2FBA-4868-9CD2-D1BAAFFA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1 / 2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9E16F90-A373-4AEA-92F0-972F9BE3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38275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Which cases need a closer look?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64CFE-E4A3-4F04-939F-00608B53E2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8039b49674170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0" name="tile-title-A">
            <a:extLst xmlns:a="http://schemas.openxmlformats.org/drawingml/2006/main">
              <a:ext uri="{FF2B5EF4-FFF2-40B4-BE49-F238E27FC236}">
                <a16:creationId xmlns:a16="http://schemas.microsoft.com/office/drawing/2014/main" id="{124EF266-C4C4-46DF-BCFA-B23DC717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A   Festival cash</a:t>
            </a:r>
          </a:p>
        </p:txBody>
      </p:sp>
      <p:sp>
        <p:nvSpPr>
          <p:cNvPr id="11" name="tile-body-A">
            <a:extLst xmlns:a="http://schemas.openxmlformats.org/drawingml/2006/main">
              <a:ext uri="{FF2B5EF4-FFF2-40B4-BE49-F238E27FC236}">
                <a16:creationId xmlns:a16="http://schemas.microsoft.com/office/drawing/2014/main" id="{E3618CEF-A9D8-4B24-A4F6-BFD52993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Seasonal takings fit checked sales records.</a:t>
            </a:r>
          </a:p>
        </p:txBody>
      </p:sp>
      <p:sp>
        <p:nvSpPr>
          <p:cNvPr id="12" name="hit-A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75B4EA06-9D1B-4D72-A7C1-A2034CD6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03AE5-BBB6-45B3-84ED-3358633E64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e103597344d67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4" name="tile-title-B">
            <a:extLst xmlns:a="http://schemas.openxmlformats.org/drawingml/2006/main">
              <a:ext uri="{FF2B5EF4-FFF2-40B4-BE49-F238E27FC236}">
                <a16:creationId xmlns:a16="http://schemas.microsoft.com/office/drawing/2014/main" id="{DA620764-0FDF-4A4B-97AA-CDE2BE0D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B   Cold account</a:t>
            </a:r>
          </a:p>
        </p:txBody>
      </p:sp>
      <p:sp>
        <p:nvSpPr>
          <p:cNvPr id="15" name="tile-body-B">
            <a:extLst xmlns:a="http://schemas.openxmlformats.org/drawingml/2006/main">
              <a:ext uri="{FF2B5EF4-FFF2-40B4-BE49-F238E27FC236}">
                <a16:creationId xmlns:a16="http://schemas.microsoft.com/office/drawing/2014/main" id="{A04CC19D-DB57-48C5-98F2-C1BCCA11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Unrelated credits rush out. The purpose is unexplained.</a:t>
            </a:r>
          </a:p>
        </p:txBody>
      </p:sp>
      <p:sp>
        <p:nvSpPr>
          <p:cNvPr id="16" name="hit-B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FFF36988-FC40-499E-BA32-9E0E1866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05C3B-FAB9-4192-A772-C530D9E22C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fb3f231924211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8" name="tile-title-C">
            <a:extLst xmlns:a="http://schemas.openxmlformats.org/drawingml/2006/main">
              <a:ext uri="{FF2B5EF4-FFF2-40B4-BE49-F238E27FC236}">
                <a16:creationId xmlns:a16="http://schemas.microsoft.com/office/drawing/2014/main" id="{7F254C84-1EA9-469D-8B88-2D595879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   A bigger payslip</a:t>
            </a:r>
          </a:p>
        </p:txBody>
      </p:sp>
      <p:sp>
        <p:nvSpPr>
          <p:cNvPr id="19" name="tile-body-C">
            <a:extLst xmlns:a="http://schemas.openxmlformats.org/drawingml/2006/main">
              <a:ext uri="{FF2B5EF4-FFF2-40B4-BE49-F238E27FC236}">
                <a16:creationId xmlns:a16="http://schemas.microsoft.com/office/drawing/2014/main" id="{52A25832-69C9-46CF-BA37-8AA6944F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A bonus letter supports the employer’s payment.</a:t>
            </a:r>
          </a:p>
        </p:txBody>
      </p:sp>
      <p:sp>
        <p:nvSpPr>
          <p:cNvPr id="20" name="hit-C">
            <ns0:hlinkClick xmlns:ns0="http://schemas.openxmlformats.org/drawingml/2006/main" xmlns:ns1="http://schemas.openxmlformats.org/officeDocument/2006/relationships" ns1:id="rIdGame3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2D93C9D9-86B6-48BB-9174-EAEC09A1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B58AD0-137C-4CD3-9A25-2DA3222508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0727104224fff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2" name="tile-title-D">
            <a:extLst xmlns:a="http://schemas.openxmlformats.org/drawingml/2006/main">
              <a:ext uri="{FF2B5EF4-FFF2-40B4-BE49-F238E27FC236}">
                <a16:creationId xmlns:a16="http://schemas.microsoft.com/office/drawing/2014/main" id="{A4C99F1F-8E20-4B1D-A06F-05EA7C9C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D   Freelance work</a:t>
            </a:r>
          </a:p>
        </p:txBody>
      </p:sp>
      <p:sp>
        <p:nvSpPr>
          <p:cNvPr id="23" name="tile-body-D">
            <a:extLst xmlns:a="http://schemas.openxmlformats.org/drawingml/2006/main">
              <a:ext uri="{FF2B5EF4-FFF2-40B4-BE49-F238E27FC236}">
                <a16:creationId xmlns:a16="http://schemas.microsoft.com/office/drawing/2014/main" id="{FAFA7F66-6A5B-439E-A682-ABFA0135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Client payments match checked invoices and work.</a:t>
            </a:r>
          </a:p>
        </p:txBody>
      </p:sp>
      <p:sp>
        <p:nvSpPr>
          <p:cNvPr id="24" name="hit-D">
            <ns0:hlinkClick xmlns:ns0="http://schemas.openxmlformats.org/drawingml/2006/main" xmlns:ns1="http://schemas.openxmlformats.org/officeDocument/2006/relationships" ns1:id="rIdGame4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0F69865E-BA97-45D0-B675-238C1978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53C30A-7325-4BFD-81AD-6890DA6B94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74e4ff9844e2b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6" name="tile-title-E">
            <a:extLst xmlns:a="http://schemas.openxmlformats.org/drawingml/2006/main">
              <a:ext uri="{FF2B5EF4-FFF2-40B4-BE49-F238E27FC236}">
                <a16:creationId xmlns:a16="http://schemas.microsoft.com/office/drawing/2014/main" id="{5AADE97F-1861-4206-B116-5AA2EB61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E   Refund switch</a:t>
            </a:r>
          </a:p>
        </p:txBody>
      </p:sp>
      <p:sp>
        <p:nvSpPr>
          <p:cNvPr id="27" name="tile-body-E">
            <a:extLst xmlns:a="http://schemas.openxmlformats.org/drawingml/2006/main">
              <a:ext uri="{FF2B5EF4-FFF2-40B4-BE49-F238E27FC236}">
                <a16:creationId xmlns:a16="http://schemas.microsoft.com/office/drawing/2014/main" id="{0791227E-4C40-45DB-87C8-83516FB2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Refund goes to someone else. The link is unsupported.</a:t>
            </a:r>
          </a:p>
        </p:txBody>
      </p:sp>
      <p:sp>
        <p:nvSpPr>
          <p:cNvPr id="28" name="hit-E">
            <ns0:hlinkClick xmlns:ns0="http://schemas.openxmlformats.org/drawingml/2006/main" xmlns:ns1="http://schemas.openxmlformats.org/officeDocument/2006/relationships" ns1:id="rIdGame5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4AD2CDF9-2F44-47DF-A235-DC41AFCB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CA6A75-A44B-4B30-B944-FFFEE1CB54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1c3bd12894913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0" name="tile-title-F">
            <a:extLst xmlns:a="http://schemas.openxmlformats.org/drawingml/2006/main">
              <a:ext uri="{FF2B5EF4-FFF2-40B4-BE49-F238E27FC236}">
                <a16:creationId xmlns:a16="http://schemas.microsoft.com/office/drawing/2014/main" id="{96DC7B9C-C009-4035-96FB-D07B392E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F   House sale</a:t>
            </a:r>
          </a:p>
        </p:txBody>
      </p:sp>
      <p:sp>
        <p:nvSpPr>
          <p:cNvPr id="31" name="tile-body-F">
            <a:extLst xmlns:a="http://schemas.openxmlformats.org/drawingml/2006/main">
              <a:ext uri="{FF2B5EF4-FFF2-40B4-BE49-F238E27FC236}">
                <a16:creationId xmlns:a16="http://schemas.microsoft.com/office/drawing/2014/main" id="{3BC109FA-1337-472D-9FB8-BAEFCAFB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Sale records and the buyer’s payment check out.</a:t>
            </a:r>
          </a:p>
        </p:txBody>
      </p:sp>
      <p:sp>
        <p:nvSpPr>
          <p:cNvPr id="32" name="hit-F">
            <ns0:hlinkClick xmlns:ns0="http://schemas.openxmlformats.org/drawingml/2006/main" xmlns:ns1="http://schemas.openxmlformats.org/officeDocument/2006/relationships" ns1:id="rIdGame6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F34DF53F-1F42-4EEB-907B-B7AE6DBC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51CA03-56B5-4E64-9185-7412BB55C7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38a5224154c59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4" name="tile-title-G">
            <a:extLst xmlns:a="http://schemas.openxmlformats.org/drawingml/2006/main">
              <a:ext uri="{FF2B5EF4-FFF2-40B4-BE49-F238E27FC236}">
                <a16:creationId xmlns:a16="http://schemas.microsoft.com/office/drawing/2014/main" id="{18C55C97-5E40-4804-B0AB-EDEB2655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G   Supplier payment</a:t>
            </a:r>
          </a:p>
        </p:txBody>
      </p:sp>
      <p:sp>
        <p:nvSpPr>
          <p:cNvPr id="35" name="tile-body-G">
            <a:extLst xmlns:a="http://schemas.openxmlformats.org/drawingml/2006/main">
              <a:ext uri="{FF2B5EF4-FFF2-40B4-BE49-F238E27FC236}">
                <a16:creationId xmlns:a16="http://schemas.microsoft.com/office/drawing/2014/main" id="{B7536468-D897-4FC5-820F-0FD5D237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invoice and delivery records match the payment.</a:t>
            </a:r>
          </a:p>
        </p:txBody>
      </p:sp>
      <p:sp>
        <p:nvSpPr>
          <p:cNvPr id="36" name="hit-G">
            <ns0:hlinkClick xmlns:ns0="http://schemas.openxmlformats.org/drawingml/2006/main" xmlns:ns1="http://schemas.openxmlformats.org/officeDocument/2006/relationships" ns1:id="rIdGame7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0836AFF8-0741-4E80-BC39-87460A06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136B5C-1175-4CC9-AC49-9F2DB84B3D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fbd99fcec49be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8" name="hit-border-H">
            <a:extLst xmlns:a="http://schemas.openxmlformats.org/drawingml/2006/main">
              <a:ext uri="{FF2B5EF4-FFF2-40B4-BE49-F238E27FC236}">
                <a16:creationId xmlns:a16="http://schemas.microsoft.com/office/drawing/2014/main" id="{5445405A-5D49-46B2-B5B9-E2A58657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457825"/>
            <a:ext cx="384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E2ED"/>
            </a:solidFill>
            <a:prstDash val="solid"/>
          </a:ln>
        </p:spPr>
      </p:sp>
      <p:sp>
        <p:nvSpPr>
          <p:cNvPr id="39" name="tile-title-H">
            <a:extLst xmlns:a="http://schemas.openxmlformats.org/drawingml/2006/main">
              <a:ext uri="{FF2B5EF4-FFF2-40B4-BE49-F238E27FC236}">
                <a16:creationId xmlns:a16="http://schemas.microsoft.com/office/drawing/2014/main" id="{3CDA4D81-B874-4333-BCB4-AC95EE8B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H   FLAGGED +100</a:t>
            </a:r>
          </a:p>
        </p:txBody>
      </p:sp>
      <p:sp>
        <p:nvSpPr>
          <p:cNvPr id="40" name="tile-body-H">
            <a:extLst xmlns:a="http://schemas.openxmlformats.org/drawingml/2006/main">
              <a:ext uri="{FF2B5EF4-FFF2-40B4-BE49-F238E27FC236}">
                <a16:creationId xmlns:a16="http://schemas.microsoft.com/office/drawing/2014/main" id="{C2EFB7A7-5D15-4467-8CC8-415DFA6F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The unresolved ownership or control gap needs review.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ACC0C2-1815-4A5A-BDD0-317DD87D9B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0333d60c14c28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42" name="tile-title-I">
            <a:extLst xmlns:a="http://schemas.openxmlformats.org/drawingml/2006/main">
              <a:ext uri="{FF2B5EF4-FFF2-40B4-BE49-F238E27FC236}">
                <a16:creationId xmlns:a16="http://schemas.microsoft.com/office/drawing/2014/main" id="{ADFABCA4-4073-4CF9-AD7A-1D532116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I   Overseas tuition</a:t>
            </a:r>
          </a:p>
        </p:txBody>
      </p:sp>
      <p:sp>
        <p:nvSpPr>
          <p:cNvPr id="43" name="tile-body-I">
            <a:extLst xmlns:a="http://schemas.openxmlformats.org/drawingml/2006/main">
              <a:ext uri="{FF2B5EF4-FFF2-40B4-BE49-F238E27FC236}">
                <a16:creationId xmlns:a16="http://schemas.microsoft.com/office/drawing/2014/main" id="{6686CA4F-E81E-483B-9DFE-11A20ACE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Verified school. The payment matches checked fees.</a:t>
            </a:r>
          </a:p>
        </p:txBody>
      </p:sp>
      <p:sp>
        <p:nvSpPr>
          <p:cNvPr id="44" name="hit-I">
            <ns0:hlinkClick xmlns:ns0="http://schemas.openxmlformats.org/drawingml/2006/main" xmlns:ns1="http://schemas.openxmlformats.org/officeDocument/2006/relationships" ns1:id="rIdGame8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CCBED299-16E7-4813-BD30-D7A42F64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5" name="status">
            <a:extLst xmlns:a="http://schemas.openxmlformats.org/drawingml/2006/main">
              <a:ext uri="{FF2B5EF4-FFF2-40B4-BE49-F238E27FC236}">
                <a16:creationId xmlns:a16="http://schemas.microsoft.com/office/drawing/2014/main" id="{9D602120-2FEC-446F-A4F9-7A3DB567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62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FALSE ALARM: a checked explanation cost one life. One life remains.</a:t>
            </a:r>
          </a:p>
        </p:txBody>
      </p:sp>
      <p:sp>
        <p:nvSpPr>
          <p:cNvPr id="46" name="restart">
            <ns0:hlinkClick xmlns:ns0="http://schemas.openxmlformats.org/drawingml/2006/main" xmlns:ns1="http://schemas.openxmlformats.org/officeDocument/2006/relationships" ns1:id="rIdGame9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24C0A99D-C76E-4630-9386-E82E43FD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62800"/>
            <a:ext cx="1714500" cy="333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  <p:sp>
        <p:nvSpPr>
          <p:cNvPr id="47" name="rules-link">
            <ns0:hlinkClick xmlns:ns0="http://schemas.openxmlformats.org/drawingml/2006/main" xmlns:ns1="http://schemas.openxmlformats.org/officeDocument/2006/relationships" ns1:id="rIdGame10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39D24183-343D-498F-A288-D1B80C31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95325"/>
            <a:ext cx="1381125" cy="2762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630098838"/>
      </p:ext>
    </p:extLst>
  </p:cSld>
  <p:transition xmlns:ns1="http://schemas.microsoft.com/office/powerpoint/2010/main" advClick="0" spd="fast" ns1:dur="180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6219C5-FF88-4663-B220-9C30EF8123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f4b7592634f2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4A6DB7B-DA20-4334-A785-D44E2F06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C49F10AB-0037-476E-9DC6-CA24464F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FLAGS FOUND  2 / 3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40D0F443-2653-4902-AFAF-BA60913F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A8CE7AE3-26DF-4BD1-840F-37A940CD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82706540-08FF-4F8C-BEF0-8516DFE3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CA84BB9D-404F-4336-9115-EA0F6005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1 / 2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D084160-49FC-4407-8DBC-FC3D0517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38275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Which cases need a closer look?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1C106-E49F-4BE6-82CC-2F9CBEE3C9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4a66c53c84436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0" name="tile-title-A">
            <a:extLst xmlns:a="http://schemas.openxmlformats.org/drawingml/2006/main">
              <a:ext uri="{FF2B5EF4-FFF2-40B4-BE49-F238E27FC236}">
                <a16:creationId xmlns:a16="http://schemas.microsoft.com/office/drawing/2014/main" id="{E592CEB0-F3B5-4FEF-AD25-93D44FC7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A   Festival cash</a:t>
            </a:r>
          </a:p>
        </p:txBody>
      </p:sp>
      <p:sp>
        <p:nvSpPr>
          <p:cNvPr id="11" name="tile-body-A">
            <a:extLst xmlns:a="http://schemas.openxmlformats.org/drawingml/2006/main">
              <a:ext uri="{FF2B5EF4-FFF2-40B4-BE49-F238E27FC236}">
                <a16:creationId xmlns:a16="http://schemas.microsoft.com/office/drawing/2014/main" id="{B68C9981-F2A5-485A-BDD9-339146B8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Seasonal takings fit checked sales records.</a:t>
            </a:r>
          </a:p>
        </p:txBody>
      </p:sp>
      <p:sp>
        <p:nvSpPr>
          <p:cNvPr id="12" name="hit-A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81FCF0AE-6D3C-4799-97B2-733DA75A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23369-DD00-4C95-B7F4-7CCD6ADF0F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d5e96c10c4586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4" name="hit-border-B">
            <a:extLst xmlns:a="http://schemas.openxmlformats.org/drawingml/2006/main">
              <a:ext uri="{FF2B5EF4-FFF2-40B4-BE49-F238E27FC236}">
                <a16:creationId xmlns:a16="http://schemas.microsoft.com/office/drawing/2014/main" id="{B74F7BB4-B420-445A-A2EE-CE827193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38375"/>
            <a:ext cx="384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E2ED"/>
            </a:solidFill>
            <a:prstDash val="solid"/>
          </a:ln>
        </p:spPr>
      </p:sp>
      <p:sp>
        <p:nvSpPr>
          <p:cNvPr id="15" name="tile-title-B">
            <a:extLst xmlns:a="http://schemas.openxmlformats.org/drawingml/2006/main">
              <a:ext uri="{FF2B5EF4-FFF2-40B4-BE49-F238E27FC236}">
                <a16:creationId xmlns:a16="http://schemas.microsoft.com/office/drawing/2014/main" id="{643B6940-3C07-4A45-B369-7CEA7FE4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B   FLAGGED +100</a:t>
            </a:r>
          </a:p>
        </p:txBody>
      </p:sp>
      <p:sp>
        <p:nvSpPr>
          <p:cNvPr id="16" name="tile-body-B">
            <a:extLst xmlns:a="http://schemas.openxmlformats.org/drawingml/2006/main">
              <a:ext uri="{FF2B5EF4-FFF2-40B4-BE49-F238E27FC236}">
                <a16:creationId xmlns:a16="http://schemas.microsoft.com/office/drawing/2014/main" id="{603B3536-EF42-45E1-8C6E-0ECA5389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The unusual flow needs an explanation and further review.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AAD781-935E-460F-AADC-40291161C7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dca9b30f64c0e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8" name="tile-title-C">
            <a:extLst xmlns:a="http://schemas.openxmlformats.org/drawingml/2006/main">
              <a:ext uri="{FF2B5EF4-FFF2-40B4-BE49-F238E27FC236}">
                <a16:creationId xmlns:a16="http://schemas.microsoft.com/office/drawing/2014/main" id="{C9900FCF-5834-4DE2-A87A-363D4C4B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   A bigger payslip</a:t>
            </a:r>
          </a:p>
        </p:txBody>
      </p:sp>
      <p:sp>
        <p:nvSpPr>
          <p:cNvPr id="19" name="tile-body-C">
            <a:extLst xmlns:a="http://schemas.openxmlformats.org/drawingml/2006/main">
              <a:ext uri="{FF2B5EF4-FFF2-40B4-BE49-F238E27FC236}">
                <a16:creationId xmlns:a16="http://schemas.microsoft.com/office/drawing/2014/main" id="{27A78942-B6AF-4E54-83F4-F86E31D4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A bonus letter supports the employer’s payment.</a:t>
            </a:r>
          </a:p>
        </p:txBody>
      </p:sp>
      <p:sp>
        <p:nvSpPr>
          <p:cNvPr id="20" name="hit-C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27AE7A7E-F0E1-4218-93BB-45584A48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9DB51C-1634-4068-B85B-D51FE73743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b7d4a216c45bd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2" name="tile-title-D">
            <a:extLst xmlns:a="http://schemas.openxmlformats.org/drawingml/2006/main">
              <a:ext uri="{FF2B5EF4-FFF2-40B4-BE49-F238E27FC236}">
                <a16:creationId xmlns:a16="http://schemas.microsoft.com/office/drawing/2014/main" id="{6674AFE5-8329-4774-9E4F-3F574E34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D   Freelance work</a:t>
            </a:r>
          </a:p>
        </p:txBody>
      </p:sp>
      <p:sp>
        <p:nvSpPr>
          <p:cNvPr id="23" name="tile-body-D">
            <a:extLst xmlns:a="http://schemas.openxmlformats.org/drawingml/2006/main">
              <a:ext uri="{FF2B5EF4-FFF2-40B4-BE49-F238E27FC236}">
                <a16:creationId xmlns:a16="http://schemas.microsoft.com/office/drawing/2014/main" id="{935AF702-4595-4A83-95EA-8C51B411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Client payments match checked invoices and work.</a:t>
            </a:r>
          </a:p>
        </p:txBody>
      </p:sp>
      <p:sp>
        <p:nvSpPr>
          <p:cNvPr id="24" name="hit-D">
            <ns0:hlinkClick xmlns:ns0="http://schemas.openxmlformats.org/drawingml/2006/main" xmlns:ns1="http://schemas.openxmlformats.org/officeDocument/2006/relationships" ns1:id="rIdGame3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B8F3E0A6-EE6C-44E2-96D6-6D7CA9BF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A393F0-3111-49C1-8DD7-D4CCC3A7E3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426eaf54e4f08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6" name="tile-title-E">
            <a:extLst xmlns:a="http://schemas.openxmlformats.org/drawingml/2006/main">
              <a:ext uri="{FF2B5EF4-FFF2-40B4-BE49-F238E27FC236}">
                <a16:creationId xmlns:a16="http://schemas.microsoft.com/office/drawing/2014/main" id="{0425F32F-4F74-4E03-8ADE-A1E72197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E   Refund switch</a:t>
            </a:r>
          </a:p>
        </p:txBody>
      </p:sp>
      <p:sp>
        <p:nvSpPr>
          <p:cNvPr id="27" name="tile-body-E">
            <a:extLst xmlns:a="http://schemas.openxmlformats.org/drawingml/2006/main">
              <a:ext uri="{FF2B5EF4-FFF2-40B4-BE49-F238E27FC236}">
                <a16:creationId xmlns:a16="http://schemas.microsoft.com/office/drawing/2014/main" id="{164B499C-6EE4-422E-8878-4D839803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Refund goes to someone else. The link is unsupported.</a:t>
            </a:r>
          </a:p>
        </p:txBody>
      </p:sp>
      <p:sp>
        <p:nvSpPr>
          <p:cNvPr id="28" name="hit-E">
            <ns0:hlinkClick xmlns:ns0="http://schemas.openxmlformats.org/drawingml/2006/main" xmlns:ns1="http://schemas.openxmlformats.org/officeDocument/2006/relationships" ns1:id="rIdGame4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1B73413B-0E12-4AA8-B7BC-F1DC448E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DF86B9-3AA8-4C3F-A837-6CCB071DC9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766aaceec415e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0" name="tile-title-F">
            <a:extLst xmlns:a="http://schemas.openxmlformats.org/drawingml/2006/main">
              <a:ext uri="{FF2B5EF4-FFF2-40B4-BE49-F238E27FC236}">
                <a16:creationId xmlns:a16="http://schemas.microsoft.com/office/drawing/2014/main" id="{B1077242-8886-426F-B7D4-D424168D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F   House sale</a:t>
            </a:r>
          </a:p>
        </p:txBody>
      </p:sp>
      <p:sp>
        <p:nvSpPr>
          <p:cNvPr id="31" name="tile-body-F">
            <a:extLst xmlns:a="http://schemas.openxmlformats.org/drawingml/2006/main">
              <a:ext uri="{FF2B5EF4-FFF2-40B4-BE49-F238E27FC236}">
                <a16:creationId xmlns:a16="http://schemas.microsoft.com/office/drawing/2014/main" id="{9558456A-ADE2-4185-823B-DCDF1995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Sale records and the buyer’s payment check out.</a:t>
            </a:r>
          </a:p>
        </p:txBody>
      </p:sp>
      <p:sp>
        <p:nvSpPr>
          <p:cNvPr id="32" name="hit-F">
            <ns0:hlinkClick xmlns:ns0="http://schemas.openxmlformats.org/drawingml/2006/main" xmlns:ns1="http://schemas.openxmlformats.org/officeDocument/2006/relationships" ns1:id="rIdGame5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38B1A03A-DBE8-4121-B4F6-16BF1F9C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954103-FF17-4601-B23B-8A6B218389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4e7fb7df64c07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4" name="tile-title-G">
            <a:extLst xmlns:a="http://schemas.openxmlformats.org/drawingml/2006/main">
              <a:ext uri="{FF2B5EF4-FFF2-40B4-BE49-F238E27FC236}">
                <a16:creationId xmlns:a16="http://schemas.microsoft.com/office/drawing/2014/main" id="{586E90ED-55E7-4B0E-8CD4-7C76782B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G   Supplier payment</a:t>
            </a:r>
          </a:p>
        </p:txBody>
      </p:sp>
      <p:sp>
        <p:nvSpPr>
          <p:cNvPr id="35" name="tile-body-G">
            <a:extLst xmlns:a="http://schemas.openxmlformats.org/drawingml/2006/main">
              <a:ext uri="{FF2B5EF4-FFF2-40B4-BE49-F238E27FC236}">
                <a16:creationId xmlns:a16="http://schemas.microsoft.com/office/drawing/2014/main" id="{F0574DAA-FA47-4F58-A344-14AB41EE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invoice and delivery records match the payment.</a:t>
            </a:r>
          </a:p>
        </p:txBody>
      </p:sp>
      <p:sp>
        <p:nvSpPr>
          <p:cNvPr id="36" name="hit-G">
            <ns0:hlinkClick xmlns:ns0="http://schemas.openxmlformats.org/drawingml/2006/main" xmlns:ns1="http://schemas.openxmlformats.org/officeDocument/2006/relationships" ns1:id="rIdGame6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D686B597-D689-496F-9C05-D02018E3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E08B54-9629-43D0-9316-4F7F1D9438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c023e6d4b4f84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8" name="hit-border-H">
            <a:extLst xmlns:a="http://schemas.openxmlformats.org/drawingml/2006/main">
              <a:ext uri="{FF2B5EF4-FFF2-40B4-BE49-F238E27FC236}">
                <a16:creationId xmlns:a16="http://schemas.microsoft.com/office/drawing/2014/main" id="{F888699F-4ECC-417F-A46F-9C64AE57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457825"/>
            <a:ext cx="384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E2ED"/>
            </a:solidFill>
            <a:prstDash val="solid"/>
          </a:ln>
        </p:spPr>
      </p:sp>
      <p:sp>
        <p:nvSpPr>
          <p:cNvPr id="39" name="tile-title-H">
            <a:extLst xmlns:a="http://schemas.openxmlformats.org/drawingml/2006/main">
              <a:ext uri="{FF2B5EF4-FFF2-40B4-BE49-F238E27FC236}">
                <a16:creationId xmlns:a16="http://schemas.microsoft.com/office/drawing/2014/main" id="{B954F939-A01E-4920-A84C-AF3B75DE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H   FLAGGED +100</a:t>
            </a:r>
          </a:p>
        </p:txBody>
      </p:sp>
      <p:sp>
        <p:nvSpPr>
          <p:cNvPr id="40" name="tile-body-H">
            <a:extLst xmlns:a="http://schemas.openxmlformats.org/drawingml/2006/main">
              <a:ext uri="{FF2B5EF4-FFF2-40B4-BE49-F238E27FC236}">
                <a16:creationId xmlns:a16="http://schemas.microsoft.com/office/drawing/2014/main" id="{6F7D737A-499D-4540-B3EA-17951FFA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The unresolved ownership or control gap needs review.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61B0DB-13E3-4945-A6E5-F0CE0A5B8B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754d32c694192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42" name="tile-title-I">
            <a:extLst xmlns:a="http://schemas.openxmlformats.org/drawingml/2006/main">
              <a:ext uri="{FF2B5EF4-FFF2-40B4-BE49-F238E27FC236}">
                <a16:creationId xmlns:a16="http://schemas.microsoft.com/office/drawing/2014/main" id="{0011B37D-BC4A-408A-90A6-8096A84C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I   Overseas tuition</a:t>
            </a:r>
          </a:p>
        </p:txBody>
      </p:sp>
      <p:sp>
        <p:nvSpPr>
          <p:cNvPr id="43" name="tile-body-I">
            <a:extLst xmlns:a="http://schemas.openxmlformats.org/drawingml/2006/main">
              <a:ext uri="{FF2B5EF4-FFF2-40B4-BE49-F238E27FC236}">
                <a16:creationId xmlns:a16="http://schemas.microsoft.com/office/drawing/2014/main" id="{F5E70EF1-1DE5-45CB-B88B-B9D26E14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Verified school. The payment matches checked fees.</a:t>
            </a:r>
          </a:p>
        </p:txBody>
      </p:sp>
      <p:sp>
        <p:nvSpPr>
          <p:cNvPr id="44" name="hit-I">
            <ns0:hlinkClick xmlns:ns0="http://schemas.openxmlformats.org/drawingml/2006/main" xmlns:ns1="http://schemas.openxmlformats.org/officeDocument/2006/relationships" ns1:id="rIdGame7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43DFAD94-F1F4-4975-9A81-72AB5DB3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5" name="status">
            <a:extLst xmlns:a="http://schemas.openxmlformats.org/drawingml/2006/main">
              <a:ext uri="{FF2B5EF4-FFF2-40B4-BE49-F238E27FC236}">
                <a16:creationId xmlns:a16="http://schemas.microsoft.com/office/drawing/2014/main" id="{1147B34B-4AB6-40D1-A48B-BC8523B1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62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FALSE ALARM: a checked explanation cost one life. One life remains.</a:t>
            </a:r>
          </a:p>
        </p:txBody>
      </p:sp>
      <p:sp>
        <p:nvSpPr>
          <p:cNvPr id="46" name="restart">
            <ns0:hlinkClick xmlns:ns0="http://schemas.openxmlformats.org/drawingml/2006/main" xmlns:ns1="http://schemas.openxmlformats.org/officeDocument/2006/relationships" ns1:id="rIdGame8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272B0D3A-ED55-4DA9-A33F-A686E1D7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62800"/>
            <a:ext cx="1714500" cy="333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  <p:sp>
        <p:nvSpPr>
          <p:cNvPr id="47" name="rules-link">
            <ns0:hlinkClick xmlns:ns0="http://schemas.openxmlformats.org/drawingml/2006/main" xmlns:ns1="http://schemas.openxmlformats.org/officeDocument/2006/relationships" ns1:id="rIdGame9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FE89B647-FDCF-468C-8EF5-2C022AF9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95325"/>
            <a:ext cx="1381125" cy="2762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1607617051"/>
      </p:ext>
    </p:extLst>
  </p:cSld>
  <p:transition xmlns:ns1="http://schemas.microsoft.com/office/powerpoint/2010/main" advClick="0" spd="fast" ns1:dur="180">
    <p:fade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F86E9E5-33F1-4632-965C-C66108E751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79ed477724de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B112EDA0-F3E7-4028-9C4D-0076E8DF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692A6A91-4519-4E1E-8095-6E3A7F2C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FLAGS FOUND  2 / 3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C2141317-DF01-436F-9F7C-57D097A4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093D8E1A-D5BE-4B26-93CD-FE40F016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022C3B52-45AF-4D4A-A026-C5EFD024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9B4D2A39-6AB9-4B85-8E85-EB814466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1 / 2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30A7E02-79A1-4521-AEDB-9D87953B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38275"/>
            <a:ext cx="1219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Which cases need a closer look?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C0314-2D5D-457F-AF18-0E5CE5BD0C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dc85ec5ea4466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0" name="tile-title-A">
            <a:extLst xmlns:a="http://schemas.openxmlformats.org/drawingml/2006/main">
              <a:ext uri="{FF2B5EF4-FFF2-40B4-BE49-F238E27FC236}">
                <a16:creationId xmlns:a16="http://schemas.microsoft.com/office/drawing/2014/main" id="{80F2DE7B-5E66-4586-9B2F-1D6EF2EE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A   Festival cash</a:t>
            </a:r>
          </a:p>
        </p:txBody>
      </p:sp>
      <p:sp>
        <p:nvSpPr>
          <p:cNvPr id="11" name="tile-body-A">
            <a:extLst xmlns:a="http://schemas.openxmlformats.org/drawingml/2006/main">
              <a:ext uri="{FF2B5EF4-FFF2-40B4-BE49-F238E27FC236}">
                <a16:creationId xmlns:a16="http://schemas.microsoft.com/office/drawing/2014/main" id="{786F12BB-028A-49FC-9349-10EBB931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Seasonal takings fit checked sales records.</a:t>
            </a:r>
          </a:p>
        </p:txBody>
      </p:sp>
      <p:sp>
        <p:nvSpPr>
          <p:cNvPr id="12" name="hit-A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F38E6873-D609-46DD-BD6B-7557A035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917FC-5786-43EA-B8AF-926D27B9DD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03e5a92734065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4" name="tile-title-B">
            <a:extLst xmlns:a="http://schemas.openxmlformats.org/drawingml/2006/main">
              <a:ext uri="{FF2B5EF4-FFF2-40B4-BE49-F238E27FC236}">
                <a16:creationId xmlns:a16="http://schemas.microsoft.com/office/drawing/2014/main" id="{E230C5B6-41F6-4AEF-B0DD-8F6AC06A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B   Cold account</a:t>
            </a:r>
          </a:p>
        </p:txBody>
      </p:sp>
      <p:sp>
        <p:nvSpPr>
          <p:cNvPr id="15" name="tile-body-B">
            <a:extLst xmlns:a="http://schemas.openxmlformats.org/drawingml/2006/main">
              <a:ext uri="{FF2B5EF4-FFF2-40B4-BE49-F238E27FC236}">
                <a16:creationId xmlns:a16="http://schemas.microsoft.com/office/drawing/2014/main" id="{C896FD5D-EB3E-4992-9090-3D01DE38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Unrelated credits rush out. The purpose is unexplained.</a:t>
            </a:r>
          </a:p>
        </p:txBody>
      </p:sp>
      <p:sp>
        <p:nvSpPr>
          <p:cNvPr id="16" name="hit-B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C9882269-64D3-40E5-A31A-97C632F2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5E25D-F3D5-47DE-B25F-3955293F48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656dd4e964ac2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18" name="tile-title-C">
            <a:extLst xmlns:a="http://schemas.openxmlformats.org/drawingml/2006/main">
              <a:ext uri="{FF2B5EF4-FFF2-40B4-BE49-F238E27FC236}">
                <a16:creationId xmlns:a16="http://schemas.microsoft.com/office/drawing/2014/main" id="{FE6F20A7-1731-4871-AE2E-009A8A38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0030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   A bigger payslip</a:t>
            </a:r>
          </a:p>
        </p:txBody>
      </p:sp>
      <p:sp>
        <p:nvSpPr>
          <p:cNvPr id="19" name="tile-body-C">
            <a:extLst xmlns:a="http://schemas.openxmlformats.org/drawingml/2006/main">
              <a:ext uri="{FF2B5EF4-FFF2-40B4-BE49-F238E27FC236}">
                <a16:creationId xmlns:a16="http://schemas.microsoft.com/office/drawing/2014/main" id="{839C7508-1728-4F61-BCDE-2273D6BA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9082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A bonus letter supports the employer’s payment.</a:t>
            </a:r>
          </a:p>
        </p:txBody>
      </p:sp>
      <p:sp>
        <p:nvSpPr>
          <p:cNvPr id="20" name="hit-C">
            <ns0:hlinkClick xmlns:ns0="http://schemas.openxmlformats.org/drawingml/2006/main" xmlns:ns1="http://schemas.openxmlformats.org/officeDocument/2006/relationships" ns1:id="rIdGame3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A939D8C2-B13E-483B-8A90-A13464A7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6217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0C729-E3D2-4C89-96EC-DCC3E46DB4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a1cead1af4567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2" name="tile-title-D">
            <a:extLst xmlns:a="http://schemas.openxmlformats.org/drawingml/2006/main">
              <a:ext uri="{FF2B5EF4-FFF2-40B4-BE49-F238E27FC236}">
                <a16:creationId xmlns:a16="http://schemas.microsoft.com/office/drawing/2014/main" id="{35ADD0B8-F618-44E7-A624-802B6F4A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D   Freelance work</a:t>
            </a:r>
          </a:p>
        </p:txBody>
      </p:sp>
      <p:sp>
        <p:nvSpPr>
          <p:cNvPr id="23" name="tile-body-D">
            <a:extLst xmlns:a="http://schemas.openxmlformats.org/drawingml/2006/main">
              <a:ext uri="{FF2B5EF4-FFF2-40B4-BE49-F238E27FC236}">
                <a16:creationId xmlns:a16="http://schemas.microsoft.com/office/drawing/2014/main" id="{9B6B2A95-2155-4BC7-9036-D33C2FC2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Client payments match checked invoices and work.</a:t>
            </a:r>
          </a:p>
        </p:txBody>
      </p:sp>
      <p:sp>
        <p:nvSpPr>
          <p:cNvPr id="24" name="hit-D">
            <ns0:hlinkClick xmlns:ns0="http://schemas.openxmlformats.org/drawingml/2006/main" xmlns:ns1="http://schemas.openxmlformats.org/officeDocument/2006/relationships" ns1:id="rIdGame4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71D665FF-9BFE-48C1-B26D-B788217F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AB501D-805A-425C-888E-6AB89CEB42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326e7917240c1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26" name="hit-border-E">
            <a:extLst xmlns:a="http://schemas.openxmlformats.org/drawingml/2006/main">
              <a:ext uri="{FF2B5EF4-FFF2-40B4-BE49-F238E27FC236}">
                <a16:creationId xmlns:a16="http://schemas.microsoft.com/office/drawing/2014/main" id="{11D8F024-F7C1-481B-836F-3EAEADFB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48100"/>
            <a:ext cx="384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E2ED"/>
            </a:solidFill>
            <a:prstDash val="solid"/>
          </a:ln>
        </p:spPr>
      </p:sp>
      <p:sp>
        <p:nvSpPr>
          <p:cNvPr id="27" name="tile-title-E">
            <a:extLst xmlns:a="http://schemas.openxmlformats.org/drawingml/2006/main">
              <a:ext uri="{FF2B5EF4-FFF2-40B4-BE49-F238E27FC236}">
                <a16:creationId xmlns:a16="http://schemas.microsoft.com/office/drawing/2014/main" id="{C43E1D48-C689-4BA1-AFCB-D402E389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E   FLAGGED +100</a:t>
            </a:r>
          </a:p>
        </p:txBody>
      </p:sp>
      <p:sp>
        <p:nvSpPr>
          <p:cNvPr id="28" name="tile-body-E">
            <a:extLst xmlns:a="http://schemas.openxmlformats.org/drawingml/2006/main">
              <a:ext uri="{FF2B5EF4-FFF2-40B4-BE49-F238E27FC236}">
                <a16:creationId xmlns:a16="http://schemas.microsoft.com/office/drawing/2014/main" id="{15BB9C09-01B7-4D09-85E0-451B1F83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The unsupported recipient link needs further review.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43284E-63A1-4DAC-A963-22536FDB35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d448091034648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0" name="tile-title-F">
            <a:extLst xmlns:a="http://schemas.openxmlformats.org/drawingml/2006/main">
              <a:ext uri="{FF2B5EF4-FFF2-40B4-BE49-F238E27FC236}">
                <a16:creationId xmlns:a16="http://schemas.microsoft.com/office/drawing/2014/main" id="{D305B2E4-52F2-43B3-A2C6-A4A9915A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10025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F   House sale</a:t>
            </a:r>
          </a:p>
        </p:txBody>
      </p:sp>
      <p:sp>
        <p:nvSpPr>
          <p:cNvPr id="31" name="tile-body-F">
            <a:extLst xmlns:a="http://schemas.openxmlformats.org/drawingml/2006/main">
              <a:ext uri="{FF2B5EF4-FFF2-40B4-BE49-F238E27FC236}">
                <a16:creationId xmlns:a16="http://schemas.microsoft.com/office/drawing/2014/main" id="{7625406E-ADD3-4F20-8A80-2214C708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400550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Sale records and the buyer’s payment check out.</a:t>
            </a:r>
          </a:p>
        </p:txBody>
      </p:sp>
      <p:sp>
        <p:nvSpPr>
          <p:cNvPr id="32" name="hit-F">
            <ns0:hlinkClick xmlns:ns0="http://schemas.openxmlformats.org/drawingml/2006/main" xmlns:ns1="http://schemas.openxmlformats.org/officeDocument/2006/relationships" ns1:id="rIdGame5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24BF6DD2-F13C-4969-9410-DDBDD2BB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771900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DF81D1-F55D-4A2F-B905-0ADE53044C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0a8ce9d1a4387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4" name="tile-title-G">
            <a:extLst xmlns:a="http://schemas.openxmlformats.org/drawingml/2006/main">
              <a:ext uri="{FF2B5EF4-FFF2-40B4-BE49-F238E27FC236}">
                <a16:creationId xmlns:a16="http://schemas.microsoft.com/office/drawing/2014/main" id="{A9C9350E-352C-4009-B817-B92496BB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G   Supplier payment</a:t>
            </a:r>
          </a:p>
        </p:txBody>
      </p:sp>
      <p:sp>
        <p:nvSpPr>
          <p:cNvPr id="35" name="tile-body-G">
            <a:extLst xmlns:a="http://schemas.openxmlformats.org/drawingml/2006/main">
              <a:ext uri="{FF2B5EF4-FFF2-40B4-BE49-F238E27FC236}">
                <a16:creationId xmlns:a16="http://schemas.microsoft.com/office/drawing/2014/main" id="{CF00ACDA-05FE-4E92-851E-5AC3D9E4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invoice and delivery records match the payment.</a:t>
            </a:r>
          </a:p>
        </p:txBody>
      </p:sp>
      <p:sp>
        <p:nvSpPr>
          <p:cNvPr id="36" name="hit-G">
            <ns0:hlinkClick xmlns:ns0="http://schemas.openxmlformats.org/drawingml/2006/main" xmlns:ns1="http://schemas.openxmlformats.org/officeDocument/2006/relationships" ns1:id="rIdGame6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947377E0-67DE-4915-AE5D-06BF7CB4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803DFB-3195-44C0-B94B-1CD3B46C00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64d9d614b482b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38" name="hit-border-H">
            <a:extLst xmlns:a="http://schemas.openxmlformats.org/drawingml/2006/main">
              <a:ext uri="{FF2B5EF4-FFF2-40B4-BE49-F238E27FC236}">
                <a16:creationId xmlns:a16="http://schemas.microsoft.com/office/drawing/2014/main" id="{083ED232-0F7F-417E-9D09-E4DF8829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457825"/>
            <a:ext cx="3848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E2ED"/>
            </a:solidFill>
            <a:prstDash val="solid"/>
          </a:ln>
        </p:spPr>
      </p:sp>
      <p:sp>
        <p:nvSpPr>
          <p:cNvPr id="39" name="tile-title-H">
            <a:extLst xmlns:a="http://schemas.openxmlformats.org/drawingml/2006/main">
              <a:ext uri="{FF2B5EF4-FFF2-40B4-BE49-F238E27FC236}">
                <a16:creationId xmlns:a16="http://schemas.microsoft.com/office/drawing/2014/main" id="{E5DF2F87-FA30-446E-8A8B-E304A3D6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H   FLAGGED +100</a:t>
            </a:r>
          </a:p>
        </p:txBody>
      </p:sp>
      <p:sp>
        <p:nvSpPr>
          <p:cNvPr id="40" name="tile-body-H">
            <a:extLst xmlns:a="http://schemas.openxmlformats.org/drawingml/2006/main">
              <a:ext uri="{FF2B5EF4-FFF2-40B4-BE49-F238E27FC236}">
                <a16:creationId xmlns:a16="http://schemas.microsoft.com/office/drawing/2014/main" id="{311032B7-BA75-4866-9FB6-675118D4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The unresolved ownership or control gap needs review.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7F43E4-65F8-4699-ABB0-F1D64BADF8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d159e130d423e"/>
          <a:srcRect xmlns:a="http://schemas.openxmlformats.org/drawingml/2006/main" l="3642" t="0" r="3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</p:spPr>
      </p:pic>
      <p:sp>
        <p:nvSpPr>
          <p:cNvPr id="42" name="tile-title-I">
            <a:extLst xmlns:a="http://schemas.openxmlformats.org/drawingml/2006/main">
              <a:ext uri="{FF2B5EF4-FFF2-40B4-BE49-F238E27FC236}">
                <a16:creationId xmlns:a16="http://schemas.microsoft.com/office/drawing/2014/main" id="{3248F36C-AA5C-491C-91A7-35D60B90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197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I   Overseas tuition</a:t>
            </a:r>
          </a:p>
        </p:txBody>
      </p:sp>
      <p:sp>
        <p:nvSpPr>
          <p:cNvPr id="43" name="tile-body-I">
            <a:extLst xmlns:a="http://schemas.openxmlformats.org/drawingml/2006/main">
              <a:ext uri="{FF2B5EF4-FFF2-40B4-BE49-F238E27FC236}">
                <a16:creationId xmlns:a16="http://schemas.microsoft.com/office/drawing/2014/main" id="{FFACEF46-C280-4E70-AF0F-F927B498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010275"/>
            <a:ext cx="3409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Verified school. The payment matches checked fees.</a:t>
            </a:r>
          </a:p>
        </p:txBody>
      </p:sp>
      <p:sp>
        <p:nvSpPr>
          <p:cNvPr id="44" name="hit-I">
            <ns0:hlinkClick xmlns:ns0="http://schemas.openxmlformats.org/drawingml/2006/main" xmlns:ns1="http://schemas.openxmlformats.org/officeDocument/2006/relationships" ns1:id="rIdGame7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CCA067AB-70ED-4840-B2BD-A6D6913C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81625"/>
            <a:ext cx="4000500" cy="1438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5" name="status">
            <a:extLst xmlns:a="http://schemas.openxmlformats.org/drawingml/2006/main">
              <a:ext uri="{FF2B5EF4-FFF2-40B4-BE49-F238E27FC236}">
                <a16:creationId xmlns:a16="http://schemas.microsoft.com/office/drawing/2014/main" id="{122A6C94-AA44-4715-9347-8CA6A745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62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FALSE ALARM: a checked explanation cost one life. One life remains.</a:t>
            </a:r>
          </a:p>
        </p:txBody>
      </p:sp>
      <p:sp>
        <p:nvSpPr>
          <p:cNvPr id="46" name="restart">
            <ns0:hlinkClick xmlns:ns0="http://schemas.openxmlformats.org/drawingml/2006/main" xmlns:ns1="http://schemas.openxmlformats.org/officeDocument/2006/relationships" ns1:id="rIdGame8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7107A7A9-A338-4B22-B5C1-7A28BA73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162800"/>
            <a:ext cx="1714500" cy="333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7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RESTART</a:t>
            </a:r>
          </a:p>
        </p:txBody>
      </p:sp>
      <p:sp>
        <p:nvSpPr>
          <p:cNvPr id="47" name="rules-link">
            <ns0:hlinkClick xmlns:ns0="http://schemas.openxmlformats.org/drawingml/2006/main" xmlns:ns1="http://schemas.openxmlformats.org/officeDocument/2006/relationships" ns1:id="rIdGame9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F0AEFAD6-2C6B-465C-886B-81FE0361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95325"/>
            <a:ext cx="1381125" cy="2762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1109927457"/>
      </p:ext>
    </p:extLst>
  </p:cSld>
  <p:transition xmlns:ns1="http://schemas.microsoft.com/office/powerpoint/2010/main" advClick="0" spd="fast" ns1:dur="180">
    <p:fade/>
  </p:transition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F2C4B-23CE-4972-ABCD-EA2E927ECA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ac4f1ea284d5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DA8787B8-37F5-4DED-BE9F-60DE3422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187DD5D9-C26F-43F5-9D7B-2DDE233C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RUN RESULT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EA94EA8A-11DC-4D4F-ABD2-603B6726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E9E5AFB6-BD7D-4D1C-BFF0-1E77C529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5209D52E-6324-44BC-8A76-07ADB303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1B3A23F9-18EC-4FC3-B6A9-5A7B94E9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2 / 2</a:t>
            </a:r>
          </a:p>
        </p:txBody>
      </p:sp>
      <p:sp>
        <p:nvSpPr>
          <p:cNvPr id="8" name="status">
            <a:extLst xmlns:a="http://schemas.openxmlformats.org/drawingml/2006/main">
              <a:ext uri="{FF2B5EF4-FFF2-40B4-BE49-F238E27FC236}">
                <a16:creationId xmlns:a16="http://schemas.microsoft.com/office/drawing/2014/main" id="{C41D484E-D2E1-4AA6-8138-B50F9F2A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0497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BOARD CLEARED</a:t>
            </a:r>
          </a:p>
        </p:txBody>
      </p:sp>
      <p:sp>
        <p:nvSpPr>
          <p:cNvPr id="9" name="final-score">
            <a:extLst xmlns:a="http://schemas.openxmlformats.org/drawingml/2006/main">
              <a:ext uri="{FF2B5EF4-FFF2-40B4-BE49-F238E27FC236}">
                <a16:creationId xmlns:a16="http://schemas.microsoft.com/office/drawing/2014/main" id="{68B7667F-7370-421E-B07A-D46179D4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638425"/>
            <a:ext cx="76200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3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3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1335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10" name="score-unit">
            <a:extLst xmlns:a="http://schemas.openxmlformats.org/drawingml/2006/main">
              <a:ext uri="{FF2B5EF4-FFF2-40B4-BE49-F238E27FC236}">
                <a16:creationId xmlns:a16="http://schemas.microsoft.com/office/drawing/2014/main" id="{BD880365-D9BC-4047-87A1-CDE8725A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581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/ 300 POINTS</a:t>
            </a:r>
          </a:p>
        </p:txBody>
      </p:sp>
      <p:sp>
        <p:nvSpPr>
          <p:cNvPr id="11" name="message">
            <a:extLst xmlns:a="http://schemas.openxmlformats.org/drawingml/2006/main">
              <a:ext uri="{FF2B5EF4-FFF2-40B4-BE49-F238E27FC236}">
                <a16:creationId xmlns:a16="http://schemas.microsoft.com/office/drawing/2014/main" id="{18592AC2-00F3-46F6-9F92-A80DF621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48300"/>
            <a:ext cx="12144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7F2E6"/>
                </a:solidFill>
                <a:latin typeface="Arial"/>
                <a:ea typeface="Arial"/>
                <a:cs typeface="Arial"/>
              </a:rPr>
              <a:t>Clean sweep. All three flags, both lives intact.</a:t>
            </a:r>
          </a:p>
        </p:txBody>
      </p:sp>
      <p:sp>
        <p:nvSpPr>
          <p:cNvPr id="12" name="hint">
            <a:extLst xmlns:a="http://schemas.openxmlformats.org/drawingml/2006/main">
              <a:ext uri="{FF2B5EF4-FFF2-40B4-BE49-F238E27FC236}">
                <a16:creationId xmlns:a16="http://schemas.microsoft.com/office/drawing/2014/main" id="{7ECA63AE-CB3F-4B93-B174-984DF1CC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72225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review shows what mattered in each case.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3361A-69D9-4AFC-83DC-DE22DDB7BE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0c1e5664e4eca"/>
          <a:srcRect xmlns:a="http://schemas.openxmlformats.org/drawingml/2006/main" l="0" t="2000" r="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7124700"/>
            <a:ext cx="3333750" cy="1066800"/>
          </a:xfrm>
          <a:prstGeom xmlns:a="http://schemas.openxmlformats.org/drawingml/2006/main" prst="rect">
            <a:avLst/>
          </a:prstGeom>
        </p:spPr>
      </p:pic>
      <p:sp>
        <p:nvSpPr>
          <p:cNvPr id="14" name="replay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D4D50EFC-845B-4B97-A052-495A078F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24700"/>
            <a:ext cx="3333750" cy="1066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PLAY AGAIN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CD881-1B5A-4B81-91E6-3AA5754AFA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2de72f61e42cc"/>
          <a:srcRect xmlns:a="http://schemas.openxmlformats.org/drawingml/2006/main" l="0" t="2000" r="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0" y="7124700"/>
            <a:ext cx="3333750" cy="1066800"/>
          </a:xfrm>
          <a:prstGeom xmlns:a="http://schemas.openxmlformats.org/drawingml/2006/main" prst="rect">
            <a:avLst/>
          </a:prstGeom>
        </p:spPr>
      </p:pic>
      <p:sp>
        <p:nvSpPr>
          <p:cNvPr id="16" name="review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2707634B-2254-4889-AD2B-157E08D5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24700"/>
            <a:ext cx="3333750" cy="1066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CASE REVIEW</a:t>
            </a:r>
          </a:p>
        </p:txBody>
      </p:sp>
    </p:spTree>
    <p:extLst>
      <p:ext uri="{BB962C8B-B14F-4D97-AF65-F5344CB8AC3E}">
        <p14:creationId xmlns:p14="http://schemas.microsoft.com/office/powerpoint/2010/main" val="251883085"/>
      </p:ext>
    </p:extLst>
  </p:cSld>
  <p:transition xmlns:ns1="http://schemas.microsoft.com/office/powerpoint/2010/main" advClick="0" spd="fast" ns1:dur="180">
    <p:fade/>
  </p:transition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3FCD0-235A-402C-8C97-39FAC0FCB0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4f26e6d5a444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DFB0D02-7526-4D34-A055-890FA11C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40189D8E-AA59-4608-B2F8-7B51BED9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RUN RESULT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79F97328-F4A4-4B73-B59D-635D1DE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A2DCAAAA-69F6-4085-B13D-E869BE5A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760B4063-DCA7-4913-9D5A-763B1185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82D29088-DB6C-4765-A6D4-6A171313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1 / 2</a:t>
            </a:r>
          </a:p>
        </p:txBody>
      </p:sp>
      <p:sp>
        <p:nvSpPr>
          <p:cNvPr id="8" name="status">
            <a:extLst xmlns:a="http://schemas.openxmlformats.org/drawingml/2006/main">
              <a:ext uri="{FF2B5EF4-FFF2-40B4-BE49-F238E27FC236}">
                <a16:creationId xmlns:a16="http://schemas.microsoft.com/office/drawing/2014/main" id="{C8E04053-4990-4DC1-ADE5-E84CD02D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0497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BOARD CLEARED</a:t>
            </a:r>
          </a:p>
        </p:txBody>
      </p:sp>
      <p:sp>
        <p:nvSpPr>
          <p:cNvPr id="9" name="final-score">
            <a:extLst xmlns:a="http://schemas.openxmlformats.org/drawingml/2006/main">
              <a:ext uri="{FF2B5EF4-FFF2-40B4-BE49-F238E27FC236}">
                <a16:creationId xmlns:a16="http://schemas.microsoft.com/office/drawing/2014/main" id="{34102011-9DB0-42F0-AC22-E730AA16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638425"/>
            <a:ext cx="76200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3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3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1335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10" name="score-unit">
            <a:extLst xmlns:a="http://schemas.openxmlformats.org/drawingml/2006/main">
              <a:ext uri="{FF2B5EF4-FFF2-40B4-BE49-F238E27FC236}">
                <a16:creationId xmlns:a16="http://schemas.microsoft.com/office/drawing/2014/main" id="{23154BF7-8136-4C05-86BF-EB8C366B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581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/ 300 POINTS</a:t>
            </a:r>
          </a:p>
        </p:txBody>
      </p:sp>
      <p:sp>
        <p:nvSpPr>
          <p:cNvPr id="11" name="message">
            <a:extLst xmlns:a="http://schemas.openxmlformats.org/drawingml/2006/main">
              <a:ext uri="{FF2B5EF4-FFF2-40B4-BE49-F238E27FC236}">
                <a16:creationId xmlns:a16="http://schemas.microsoft.com/office/drawing/2014/main" id="{876F1FBE-A0F4-41E1-ACA5-CFDB1194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48300"/>
            <a:ext cx="12144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7F2E6"/>
                </a:solidFill>
                <a:latin typeface="Arial"/>
                <a:ea typeface="Arial"/>
                <a:cs typeface="Arial"/>
              </a:rPr>
              <a:t>All three flags found. One explained case caught you out.</a:t>
            </a:r>
          </a:p>
        </p:txBody>
      </p:sp>
      <p:sp>
        <p:nvSpPr>
          <p:cNvPr id="12" name="hint">
            <a:extLst xmlns:a="http://schemas.openxmlformats.org/drawingml/2006/main">
              <a:ext uri="{FF2B5EF4-FFF2-40B4-BE49-F238E27FC236}">
                <a16:creationId xmlns:a16="http://schemas.microsoft.com/office/drawing/2014/main" id="{33B5A3A2-145D-4D9B-B5D3-5AC079D9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72225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review shows what mattered in each case.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4A490-E408-4D64-BB35-58587538EB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f8ee090b34d98"/>
          <a:srcRect xmlns:a="http://schemas.openxmlformats.org/drawingml/2006/main" l="0" t="2000" r="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7124700"/>
            <a:ext cx="3333750" cy="1066800"/>
          </a:xfrm>
          <a:prstGeom xmlns:a="http://schemas.openxmlformats.org/drawingml/2006/main" prst="rect">
            <a:avLst/>
          </a:prstGeom>
        </p:spPr>
      </p:pic>
      <p:sp>
        <p:nvSpPr>
          <p:cNvPr id="14" name="replay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FE6E5777-3AC1-41BF-A8FD-53D25712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24700"/>
            <a:ext cx="3333750" cy="1066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PLAY AGAIN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492FA-1463-41B7-A657-0453239CAE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f9c4b16f2461a"/>
          <a:srcRect xmlns:a="http://schemas.openxmlformats.org/drawingml/2006/main" l="0" t="2000" r="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0" y="7124700"/>
            <a:ext cx="3333750" cy="1066800"/>
          </a:xfrm>
          <a:prstGeom xmlns:a="http://schemas.openxmlformats.org/drawingml/2006/main" prst="rect">
            <a:avLst/>
          </a:prstGeom>
        </p:spPr>
      </p:pic>
      <p:sp>
        <p:nvSpPr>
          <p:cNvPr id="16" name="review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1E3D2A1D-DCFC-4B08-AF6C-8082C6D3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24700"/>
            <a:ext cx="3333750" cy="1066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CASE REVIEW</a:t>
            </a:r>
          </a:p>
        </p:txBody>
      </p:sp>
    </p:spTree>
    <p:extLst>
      <p:ext uri="{BB962C8B-B14F-4D97-AF65-F5344CB8AC3E}">
        <p14:creationId xmlns:p14="http://schemas.microsoft.com/office/powerpoint/2010/main" val="1231994631"/>
      </p:ext>
    </p:extLst>
  </p:cSld>
  <p:transition xmlns:ns1="http://schemas.microsoft.com/office/powerpoint/2010/main" advClick="0" spd="fast" ns1:dur="180">
    <p:fade/>
  </p:transition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23748C-4C23-4091-B804-9FD42895EF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93afee96b439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BCB0F75F-1050-46AD-A8C2-7470B3EF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6455D920-D2EF-461F-ACF0-1322FF9B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RUN RESULT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3CA3B7AB-C0F0-4298-BD44-DDF13A72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64D5175C-51CB-4EC9-BA76-28447605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000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9231B432-8D58-46BA-9816-A8D3DC29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D10578BA-120A-4916-B173-C72EA56B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0 / 2</a:t>
            </a:r>
          </a:p>
        </p:txBody>
      </p:sp>
      <p:sp>
        <p:nvSpPr>
          <p:cNvPr id="8" name="status">
            <a:extLst xmlns:a="http://schemas.openxmlformats.org/drawingml/2006/main">
              <a:ext uri="{FF2B5EF4-FFF2-40B4-BE49-F238E27FC236}">
                <a16:creationId xmlns:a16="http://schemas.microsoft.com/office/drawing/2014/main" id="{32DAA833-8FD7-4C87-9AAA-3184BEEB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0497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GAME OVER</a:t>
            </a:r>
          </a:p>
        </p:txBody>
      </p:sp>
      <p:sp>
        <p:nvSpPr>
          <p:cNvPr id="9" name="final-score">
            <a:extLst xmlns:a="http://schemas.openxmlformats.org/drawingml/2006/main">
              <a:ext uri="{FF2B5EF4-FFF2-40B4-BE49-F238E27FC236}">
                <a16:creationId xmlns:a16="http://schemas.microsoft.com/office/drawing/2014/main" id="{05D2D2F5-59E5-4B22-9BCB-54D841F5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638425"/>
            <a:ext cx="76200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3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3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1335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000</a:t>
            </a:r>
          </a:p>
        </p:txBody>
      </p:sp>
      <p:sp>
        <p:nvSpPr>
          <p:cNvPr id="10" name="score-unit">
            <a:extLst xmlns:a="http://schemas.openxmlformats.org/drawingml/2006/main">
              <a:ext uri="{FF2B5EF4-FFF2-40B4-BE49-F238E27FC236}">
                <a16:creationId xmlns:a16="http://schemas.microsoft.com/office/drawing/2014/main" id="{8E9C270E-05B6-45F3-BA00-55D5C02F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581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/ 300 POINTS</a:t>
            </a:r>
          </a:p>
        </p:txBody>
      </p:sp>
      <p:sp>
        <p:nvSpPr>
          <p:cNvPr id="11" name="message">
            <a:extLst xmlns:a="http://schemas.openxmlformats.org/drawingml/2006/main">
              <a:ext uri="{FF2B5EF4-FFF2-40B4-BE49-F238E27FC236}">
                <a16:creationId xmlns:a16="http://schemas.microsoft.com/office/drawing/2014/main" id="{C21B9985-BA52-4CCB-B90A-A85B5210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48300"/>
            <a:ext cx="12144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7F2E6"/>
                </a:solidFill>
                <a:latin typeface="Arial"/>
                <a:ea typeface="Arial"/>
                <a:cs typeface="Arial"/>
              </a:rPr>
              <a:t>Two false alarms ended the run. You found 0 of the 3 flags.</a:t>
            </a:r>
          </a:p>
        </p:txBody>
      </p:sp>
      <p:sp>
        <p:nvSpPr>
          <p:cNvPr id="12" name="hint">
            <a:extLst xmlns:a="http://schemas.openxmlformats.org/drawingml/2006/main">
              <a:ext uri="{FF2B5EF4-FFF2-40B4-BE49-F238E27FC236}">
                <a16:creationId xmlns:a16="http://schemas.microsoft.com/office/drawing/2014/main" id="{62665B2A-0E8B-4C70-AB01-30D27539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72225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review shows what mattered in each case.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E59BA-035E-470D-A8DE-4FC8A14202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6fc53a87f4a55"/>
          <a:srcRect xmlns:a="http://schemas.openxmlformats.org/drawingml/2006/main" l="0" t="2000" r="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7124700"/>
            <a:ext cx="3333750" cy="1066800"/>
          </a:xfrm>
          <a:prstGeom xmlns:a="http://schemas.openxmlformats.org/drawingml/2006/main" prst="rect">
            <a:avLst/>
          </a:prstGeom>
        </p:spPr>
      </p:pic>
      <p:sp>
        <p:nvSpPr>
          <p:cNvPr id="14" name="replay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70701891-5AA7-4634-BB77-5B5C4206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24700"/>
            <a:ext cx="3333750" cy="1066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PLAY AGAIN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10F35-56AF-4D8E-8F7E-D50E7DADD7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521cc679c4e96"/>
          <a:srcRect xmlns:a="http://schemas.openxmlformats.org/drawingml/2006/main" l="0" t="2000" r="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0" y="7124700"/>
            <a:ext cx="3333750" cy="1066800"/>
          </a:xfrm>
          <a:prstGeom xmlns:a="http://schemas.openxmlformats.org/drawingml/2006/main" prst="rect">
            <a:avLst/>
          </a:prstGeom>
        </p:spPr>
      </p:pic>
      <p:sp>
        <p:nvSpPr>
          <p:cNvPr id="16" name="review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2AE0A5C9-6090-4F54-BF30-43BA6CA2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24700"/>
            <a:ext cx="3333750" cy="1066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CASE REVIEW</a:t>
            </a:r>
          </a:p>
        </p:txBody>
      </p:sp>
    </p:spTree>
    <p:extLst>
      <p:ext uri="{BB962C8B-B14F-4D97-AF65-F5344CB8AC3E}">
        <p14:creationId xmlns:p14="http://schemas.microsoft.com/office/powerpoint/2010/main" val="1818960723"/>
      </p:ext>
    </p:extLst>
  </p:cSld>
  <p:transition xmlns:ns1="http://schemas.microsoft.com/office/powerpoint/2010/main" advClick="0" spd="fast" ns1:dur="180">
    <p:fade/>
  </p:transition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CA642-AA60-4CF5-85E1-60BF70D0C1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e507c72d1453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96AF563-5966-4DD8-A7B5-6CF93B0F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A79CAD67-CBE8-46DA-9E3A-B7D34CBC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RUN RESULT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5C1B9575-8E15-48E7-91D9-B080A004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CDDE5370-AC14-43D8-A689-90FFA6C4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6B1215AC-3ED4-43BE-A51D-EB661792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5D3121A3-1472-4AE2-93FD-1CE5E9BB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0 / 2</a:t>
            </a:r>
          </a:p>
        </p:txBody>
      </p:sp>
      <p:sp>
        <p:nvSpPr>
          <p:cNvPr id="8" name="status">
            <a:extLst xmlns:a="http://schemas.openxmlformats.org/drawingml/2006/main">
              <a:ext uri="{FF2B5EF4-FFF2-40B4-BE49-F238E27FC236}">
                <a16:creationId xmlns:a16="http://schemas.microsoft.com/office/drawing/2014/main" id="{AC1FA4A5-AEA4-41EC-9FFB-D55F7250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0497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GAME OVER</a:t>
            </a:r>
          </a:p>
        </p:txBody>
      </p:sp>
      <p:sp>
        <p:nvSpPr>
          <p:cNvPr id="9" name="final-score">
            <a:extLst xmlns:a="http://schemas.openxmlformats.org/drawingml/2006/main">
              <a:ext uri="{FF2B5EF4-FFF2-40B4-BE49-F238E27FC236}">
                <a16:creationId xmlns:a16="http://schemas.microsoft.com/office/drawing/2014/main" id="{C87F7C63-F969-487F-B85C-4BFF7306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638425"/>
            <a:ext cx="76200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3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3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1335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0" name="score-unit">
            <a:extLst xmlns:a="http://schemas.openxmlformats.org/drawingml/2006/main">
              <a:ext uri="{FF2B5EF4-FFF2-40B4-BE49-F238E27FC236}">
                <a16:creationId xmlns:a16="http://schemas.microsoft.com/office/drawing/2014/main" id="{EC6E6F64-9108-4885-A60C-D02D4F1A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581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/ 300 POINTS</a:t>
            </a:r>
          </a:p>
        </p:txBody>
      </p:sp>
      <p:sp>
        <p:nvSpPr>
          <p:cNvPr id="11" name="message">
            <a:extLst xmlns:a="http://schemas.openxmlformats.org/drawingml/2006/main">
              <a:ext uri="{FF2B5EF4-FFF2-40B4-BE49-F238E27FC236}">
                <a16:creationId xmlns:a16="http://schemas.microsoft.com/office/drawing/2014/main" id="{1385DBF9-E1CF-4CE0-A064-9E4C7AF4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48300"/>
            <a:ext cx="12144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7F2E6"/>
                </a:solidFill>
                <a:latin typeface="Arial"/>
                <a:ea typeface="Arial"/>
                <a:cs typeface="Arial"/>
              </a:rPr>
              <a:t>Two false alarms ended the run. You found 1 of the 3 flags.</a:t>
            </a:r>
          </a:p>
        </p:txBody>
      </p:sp>
      <p:sp>
        <p:nvSpPr>
          <p:cNvPr id="12" name="hint">
            <a:extLst xmlns:a="http://schemas.openxmlformats.org/drawingml/2006/main">
              <a:ext uri="{FF2B5EF4-FFF2-40B4-BE49-F238E27FC236}">
                <a16:creationId xmlns:a16="http://schemas.microsoft.com/office/drawing/2014/main" id="{494B4CF0-A228-4076-88A7-2AF57B70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72225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review shows what mattered in each case.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DD8E5-5141-40EA-9B05-82197620C3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43b99c838461b"/>
          <a:srcRect xmlns:a="http://schemas.openxmlformats.org/drawingml/2006/main" l="0" t="2000" r="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7124700"/>
            <a:ext cx="3333750" cy="1066800"/>
          </a:xfrm>
          <a:prstGeom xmlns:a="http://schemas.openxmlformats.org/drawingml/2006/main" prst="rect">
            <a:avLst/>
          </a:prstGeom>
        </p:spPr>
      </p:pic>
      <p:sp>
        <p:nvSpPr>
          <p:cNvPr id="14" name="replay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2442A993-08CC-45C4-BE7F-16C39DC1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24700"/>
            <a:ext cx="3333750" cy="1066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PLAY AGAIN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C539C-4120-4A33-BEE9-1B8ACDA9BD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88e4a67ea45d2"/>
          <a:srcRect xmlns:a="http://schemas.openxmlformats.org/drawingml/2006/main" l="0" t="2000" r="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0" y="7124700"/>
            <a:ext cx="3333750" cy="1066800"/>
          </a:xfrm>
          <a:prstGeom xmlns:a="http://schemas.openxmlformats.org/drawingml/2006/main" prst="rect">
            <a:avLst/>
          </a:prstGeom>
        </p:spPr>
      </p:pic>
      <p:sp>
        <p:nvSpPr>
          <p:cNvPr id="16" name="review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2BD52871-8650-4990-9B6E-B689C0C3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24700"/>
            <a:ext cx="3333750" cy="1066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CASE REVIEW</a:t>
            </a:r>
          </a:p>
        </p:txBody>
      </p:sp>
    </p:spTree>
    <p:extLst>
      <p:ext uri="{BB962C8B-B14F-4D97-AF65-F5344CB8AC3E}">
        <p14:creationId xmlns:p14="http://schemas.microsoft.com/office/powerpoint/2010/main" val="1006492477"/>
      </p:ext>
    </p:extLst>
  </p:cSld>
  <p:transition xmlns:ns1="http://schemas.microsoft.com/office/powerpoint/2010/main" advClick="0" spd="fast" ns1:dur="180">
    <p:fade/>
  </p:transition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A299E3-420E-43F4-9694-46FCBC1880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330fd7f0d48f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FFBA0217-C70B-403D-BC8A-0EEADAD1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24C077B0-7888-4A31-BE8A-7D7C34F5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RUN RESULT</a:t>
            </a:r>
          </a:p>
        </p:txBody>
      </p:sp>
      <p:sp>
        <p:nvSpPr>
          <p:cNvPr id="4" name="score-label">
            <a:extLst xmlns:a="http://schemas.openxmlformats.org/drawingml/2006/main">
              <a:ext uri="{FF2B5EF4-FFF2-40B4-BE49-F238E27FC236}">
                <a16:creationId xmlns:a16="http://schemas.microsoft.com/office/drawing/2014/main" id="{722F8DF4-268D-41A5-A033-5F1F7D2A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BBA24A1C-5D49-40D0-96CF-6FDE5309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247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6" name="life-label">
            <a:extLst xmlns:a="http://schemas.openxmlformats.org/drawingml/2006/main">
              <a:ext uri="{FF2B5EF4-FFF2-40B4-BE49-F238E27FC236}">
                <a16:creationId xmlns:a16="http://schemas.microsoft.com/office/drawing/2014/main" id="{8ED79368-97BD-4004-BBE1-F0DC0636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LIVES</a:t>
            </a:r>
          </a:p>
        </p:txBody>
      </p:sp>
      <p:sp>
        <p:nvSpPr>
          <p:cNvPr id="7" name="lives">
            <a:extLst xmlns:a="http://schemas.openxmlformats.org/drawingml/2006/main">
              <a:ext uri="{FF2B5EF4-FFF2-40B4-BE49-F238E27FC236}">
                <a16:creationId xmlns:a16="http://schemas.microsoft.com/office/drawing/2014/main" id="{F8EA02DE-9B32-4943-BEF5-F569A7E6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7524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0 / 2</a:t>
            </a:r>
          </a:p>
        </p:txBody>
      </p:sp>
      <p:sp>
        <p:nvSpPr>
          <p:cNvPr id="8" name="status">
            <a:extLst xmlns:a="http://schemas.openxmlformats.org/drawingml/2006/main">
              <a:ext uri="{FF2B5EF4-FFF2-40B4-BE49-F238E27FC236}">
                <a16:creationId xmlns:a16="http://schemas.microsoft.com/office/drawing/2014/main" id="{75283DF0-33AB-493A-B079-E8C65477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04975"/>
            <a:ext cx="1219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GAME OVER</a:t>
            </a:r>
          </a:p>
        </p:txBody>
      </p:sp>
      <p:sp>
        <p:nvSpPr>
          <p:cNvPr id="9" name="final-score">
            <a:extLst xmlns:a="http://schemas.openxmlformats.org/drawingml/2006/main">
              <a:ext uri="{FF2B5EF4-FFF2-40B4-BE49-F238E27FC236}">
                <a16:creationId xmlns:a16="http://schemas.microsoft.com/office/drawing/2014/main" id="{D75B5649-6F1B-4B3C-AA53-1EA87BCB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638425"/>
            <a:ext cx="76200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3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3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1335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0" name="score-unit">
            <a:extLst xmlns:a="http://schemas.openxmlformats.org/drawingml/2006/main">
              <a:ext uri="{FF2B5EF4-FFF2-40B4-BE49-F238E27FC236}">
                <a16:creationId xmlns:a16="http://schemas.microsoft.com/office/drawing/2014/main" id="{442CBF6F-BA5F-40D9-87F1-E5E97352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581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ECDDA"/>
                </a:solidFill>
                <a:latin typeface="Arial"/>
                <a:ea typeface="Arial"/>
                <a:cs typeface="Arial"/>
              </a:rPr>
              <a:t>/ 300 POINTS</a:t>
            </a:r>
          </a:p>
        </p:txBody>
      </p:sp>
      <p:sp>
        <p:nvSpPr>
          <p:cNvPr id="11" name="message">
            <a:extLst xmlns:a="http://schemas.openxmlformats.org/drawingml/2006/main">
              <a:ext uri="{FF2B5EF4-FFF2-40B4-BE49-F238E27FC236}">
                <a16:creationId xmlns:a16="http://schemas.microsoft.com/office/drawing/2014/main" id="{416ACF4D-EA55-4274-A726-472E3300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48300"/>
            <a:ext cx="12144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7F2E6"/>
                </a:solidFill>
                <a:latin typeface="Arial"/>
                <a:ea typeface="Arial"/>
                <a:cs typeface="Arial"/>
              </a:rPr>
              <a:t>Two false alarms ended the run. You found 2 of the 3 flags.</a:t>
            </a:r>
          </a:p>
        </p:txBody>
      </p:sp>
      <p:sp>
        <p:nvSpPr>
          <p:cNvPr id="12" name="hint">
            <a:extLst xmlns:a="http://schemas.openxmlformats.org/drawingml/2006/main">
              <a:ext uri="{FF2B5EF4-FFF2-40B4-BE49-F238E27FC236}">
                <a16:creationId xmlns:a16="http://schemas.microsoft.com/office/drawing/2014/main" id="{0A9AE3BB-720A-467F-8356-2C8D0919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72225"/>
            <a:ext cx="1228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review shows what mattered in each case.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1227E-E43F-4499-B74C-4D0F90D760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0558df87b4abb"/>
          <a:srcRect xmlns:a="http://schemas.openxmlformats.org/drawingml/2006/main" l="0" t="2000" r="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7124700"/>
            <a:ext cx="3333750" cy="1066800"/>
          </a:xfrm>
          <a:prstGeom xmlns:a="http://schemas.openxmlformats.org/drawingml/2006/main" prst="rect">
            <a:avLst/>
          </a:prstGeom>
        </p:spPr>
      </p:pic>
      <p:sp>
        <p:nvSpPr>
          <p:cNvPr id="14" name="replay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D9EAF37F-8293-45AE-8106-0A196B59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124700"/>
            <a:ext cx="3333750" cy="1066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PLAY AGAIN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AD7A1-3BAD-4F4B-BBC8-1712252C7C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ccd24955b463d"/>
          <a:srcRect xmlns:a="http://schemas.openxmlformats.org/drawingml/2006/main" l="0" t="2000" r="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0" y="7124700"/>
            <a:ext cx="3333750" cy="1066800"/>
          </a:xfrm>
          <a:prstGeom xmlns:a="http://schemas.openxmlformats.org/drawingml/2006/main" prst="rect">
            <a:avLst/>
          </a:prstGeom>
        </p:spPr>
      </p:pic>
      <p:sp>
        <p:nvSpPr>
          <p:cNvPr id="16" name="review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130A2A7D-00E1-4D2E-BE08-01B542B2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24700"/>
            <a:ext cx="3333750" cy="1066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CASE REVIEW</a:t>
            </a:r>
          </a:p>
        </p:txBody>
      </p:sp>
    </p:spTree>
    <p:extLst>
      <p:ext uri="{BB962C8B-B14F-4D97-AF65-F5344CB8AC3E}">
        <p14:creationId xmlns:p14="http://schemas.microsoft.com/office/powerpoint/2010/main" val="1508886300"/>
      </p:ext>
    </p:extLst>
  </p:cSld>
  <p:transition xmlns:ns1="http://schemas.microsoft.com/office/powerpoint/2010/main" advClick="0" spd="fast" ns1:dur="180">
    <p:fade/>
  </p:transition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471435-82F0-4E97-9DFF-625F1DB909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29563a3f2424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D520C822-BBE7-41E3-87E8-BCB16B37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BC3D07C4-2E23-49BF-BE17-5B2C3B0B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CASE REVIEW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2EB10CC-46ED-41C8-9DB0-9FD9FBC9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38300"/>
            <a:ext cx="1219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The three flags</a:t>
            </a:r>
          </a:p>
        </p:txBody>
      </p:sp>
      <p:sp>
        <p:nvSpPr>
          <p:cNvPr id="5" name="key-0">
            <a:extLst xmlns:a="http://schemas.openxmlformats.org/drawingml/2006/main">
              <a:ext uri="{FF2B5EF4-FFF2-40B4-BE49-F238E27FC236}">
                <a16:creationId xmlns:a16="http://schemas.microsoft.com/office/drawing/2014/main" id="{4B95D765-E552-43BD-8570-61FF3227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432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" name="title-0">
            <a:extLst xmlns:a="http://schemas.openxmlformats.org/drawingml/2006/main">
              <a:ext uri="{FF2B5EF4-FFF2-40B4-BE49-F238E27FC236}">
                <a16:creationId xmlns:a16="http://schemas.microsoft.com/office/drawing/2014/main" id="{CE4C7680-F24E-416A-A72A-E4A6E763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432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Cold account</a:t>
            </a:r>
          </a:p>
        </p:txBody>
      </p:sp>
      <p:sp>
        <p:nvSpPr>
          <p:cNvPr id="7" name="reason-0">
            <a:extLst xmlns:a="http://schemas.openxmlformats.org/drawingml/2006/main">
              <a:ext uri="{FF2B5EF4-FFF2-40B4-BE49-F238E27FC236}">
                <a16:creationId xmlns:a16="http://schemas.microsoft.com/office/drawing/2014/main" id="{995C0D04-B786-48D3-AB21-A1C485A7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09925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account’s activity changes and the payment purpose remains unexplained.</a:t>
            </a:r>
          </a:p>
        </p:txBody>
      </p:sp>
      <p:sp>
        <p:nvSpPr>
          <p:cNvPr id="8" name="next-0">
            <a:extLst xmlns:a="http://schemas.openxmlformats.org/drawingml/2006/main">
              <a:ext uri="{FF2B5EF4-FFF2-40B4-BE49-F238E27FC236}">
                <a16:creationId xmlns:a16="http://schemas.microsoft.com/office/drawing/2014/main" id="{07D717EE-F644-4A02-A326-85B232F7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590925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Review the flow, relationships and supporting records.</a:t>
            </a:r>
          </a:p>
        </p:txBody>
      </p:sp>
      <p:sp>
        <p:nvSpPr>
          <p:cNvPr id="9" name="key-1">
            <a:extLst xmlns:a="http://schemas.openxmlformats.org/drawingml/2006/main">
              <a:ext uri="{FF2B5EF4-FFF2-40B4-BE49-F238E27FC236}">
                <a16:creationId xmlns:a16="http://schemas.microsoft.com/office/drawing/2014/main" id="{DBEDD5BF-A86B-46FB-84BC-2AB12A59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0" name="title-1">
            <a:extLst xmlns:a="http://schemas.openxmlformats.org/drawingml/2006/main">
              <a:ext uri="{FF2B5EF4-FFF2-40B4-BE49-F238E27FC236}">
                <a16:creationId xmlns:a16="http://schemas.microsoft.com/office/drawing/2014/main" id="{404D62C2-E9C2-482D-ADE4-262FA856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0005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Refund switch</a:t>
            </a:r>
          </a:p>
        </p:txBody>
      </p:sp>
      <p:sp>
        <p:nvSpPr>
          <p:cNvPr id="11" name="reason-1">
            <a:extLst xmlns:a="http://schemas.openxmlformats.org/drawingml/2006/main">
              <a:ext uri="{FF2B5EF4-FFF2-40B4-BE49-F238E27FC236}">
                <a16:creationId xmlns:a16="http://schemas.microsoft.com/office/drawing/2014/main" id="{85462BE6-31AD-407B-ABEB-2715B477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67225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refund recipient differs from the payer, and the link lacks support.</a:t>
            </a:r>
          </a:p>
        </p:txBody>
      </p:sp>
      <p:sp>
        <p:nvSpPr>
          <p:cNvPr id="12" name="next-1">
            <a:extLst xmlns:a="http://schemas.openxmlformats.org/drawingml/2006/main">
              <a:ext uri="{FF2B5EF4-FFF2-40B4-BE49-F238E27FC236}">
                <a16:creationId xmlns:a16="http://schemas.microsoft.com/office/drawing/2014/main" id="{782C4DCE-E302-4F55-923F-72624010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848225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Review the relationship and follow the firm’s payment controls.</a:t>
            </a:r>
          </a:p>
        </p:txBody>
      </p:sp>
      <p:sp>
        <p:nvSpPr>
          <p:cNvPr id="13" name="key-2">
            <a:extLst xmlns:a="http://schemas.openxmlformats.org/drawingml/2006/main">
              <a:ext uri="{FF2B5EF4-FFF2-40B4-BE49-F238E27FC236}">
                <a16:creationId xmlns:a16="http://schemas.microsoft.com/office/drawing/2014/main" id="{0084BEAF-CB48-4A23-B670-09E3AB5E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578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FF796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796F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4" name="title-2">
            <a:extLst xmlns:a="http://schemas.openxmlformats.org/drawingml/2006/main">
              <a:ext uri="{FF2B5EF4-FFF2-40B4-BE49-F238E27FC236}">
                <a16:creationId xmlns:a16="http://schemas.microsoft.com/office/drawing/2014/main" id="{76C8EFFD-4FC3-4D0A-963D-C67EFDD7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2578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Who controls it?</a:t>
            </a:r>
          </a:p>
        </p:txBody>
      </p:sp>
      <p:sp>
        <p:nvSpPr>
          <p:cNvPr id="15" name="reason-2">
            <a:extLst xmlns:a="http://schemas.openxmlformats.org/drawingml/2006/main">
              <a:ext uri="{FF2B5EF4-FFF2-40B4-BE49-F238E27FC236}">
                <a16:creationId xmlns:a16="http://schemas.microsoft.com/office/drawing/2014/main" id="{A52025E3-C40B-49B3-AE59-A02E2D2E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724525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Enquiries have not resolved who ultimately controls the company.</a:t>
            </a:r>
          </a:p>
        </p:txBody>
      </p:sp>
      <p:sp>
        <p:nvSpPr>
          <p:cNvPr id="16" name="next-2">
            <a:extLst xmlns:a="http://schemas.openxmlformats.org/drawingml/2006/main">
              <a:ext uri="{FF2B5EF4-FFF2-40B4-BE49-F238E27FC236}">
                <a16:creationId xmlns:a16="http://schemas.microsoft.com/office/drawing/2014/main" id="{110CF6ED-660B-485B-8059-D5819075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6105525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DE2ED"/>
                </a:solidFill>
                <a:latin typeface="Arial"/>
                <a:ea typeface="Arial"/>
                <a:cs typeface="Arial"/>
              </a:rPr>
              <a:t>Resolve the ownership or control gap through the approved CDD process.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3A42C-1408-4A72-B312-337FF76D0E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4b156040f4851"/>
          <a:srcRect xmlns:a="http://schemas.openxmlformats.org/drawingml/2006/main" l="0" t="5429" r="0" b="54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7248525"/>
            <a:ext cx="3333750" cy="990600"/>
          </a:xfrm>
          <a:prstGeom xmlns:a="http://schemas.openxmlformats.org/drawingml/2006/main" prst="rect">
            <a:avLst/>
          </a:prstGeom>
        </p:spPr>
      </p:pic>
      <p:sp>
        <p:nvSpPr>
          <p:cNvPr id="18" name="replay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C2901AE6-F6D6-4FB8-AB14-14D117C6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248525"/>
            <a:ext cx="3333750" cy="9906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PLAY AGAIN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619EB-0A2C-40F6-9794-265B652A88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cc60f46734e4f"/>
          <a:srcRect xmlns:a="http://schemas.openxmlformats.org/drawingml/2006/main" l="0" t="15333" r="0" b="15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0" y="7248525"/>
            <a:ext cx="4286250" cy="990600"/>
          </a:xfrm>
          <a:prstGeom xmlns:a="http://schemas.openxmlformats.org/drawingml/2006/main" prst="rect">
            <a:avLst/>
          </a:prstGeom>
        </p:spPr>
      </p:pic>
      <p:sp>
        <p:nvSpPr>
          <p:cNvPr id="20" name="explained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791551B9-B24D-4D9C-8891-80809635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248525"/>
            <a:ext cx="4286250" cy="9906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OTHER SIX CASES</a:t>
            </a:r>
          </a:p>
        </p:txBody>
      </p:sp>
    </p:spTree>
    <p:extLst>
      <p:ext uri="{BB962C8B-B14F-4D97-AF65-F5344CB8AC3E}">
        <p14:creationId xmlns:p14="http://schemas.microsoft.com/office/powerpoint/2010/main" val="1695431437"/>
      </p:ext>
    </p:extLst>
  </p:cSld>
  <p:transition xmlns:ns1="http://schemas.microsoft.com/office/powerpoint/2010/main" advClick="0" spd="fast" ns1:dur="180">
    <p:fade/>
  </p:transition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DC992A-C4F5-48DC-9A9D-CA64989331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798d2b0a1468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D67FB5D4-2546-43DC-BB52-CC2B5B66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46006843-4531-4EFD-BF9D-F9406D1C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CASE REVIEW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60CAAF-0B31-427A-9B28-C495817D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38300"/>
            <a:ext cx="1228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The six explained cases</a:t>
            </a:r>
          </a:p>
        </p:txBody>
      </p:sp>
      <p:sp>
        <p:nvSpPr>
          <p:cNvPr id="5" name="key-0">
            <a:extLst xmlns:a="http://schemas.openxmlformats.org/drawingml/2006/main">
              <a:ext uri="{FF2B5EF4-FFF2-40B4-BE49-F238E27FC236}">
                <a16:creationId xmlns:a16="http://schemas.microsoft.com/office/drawing/2014/main" id="{21EC9EC8-8364-48B8-A41F-DA91D3BF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52725"/>
            <a:ext cx="714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case-0">
            <a:extLst xmlns:a="http://schemas.openxmlformats.org/drawingml/2006/main">
              <a:ext uri="{FF2B5EF4-FFF2-40B4-BE49-F238E27FC236}">
                <a16:creationId xmlns:a16="http://schemas.microsoft.com/office/drawing/2014/main" id="{88016947-AADF-4507-9373-0484A439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5272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Festival cash</a:t>
            </a:r>
          </a:p>
        </p:txBody>
      </p:sp>
      <p:sp>
        <p:nvSpPr>
          <p:cNvPr id="7" name="reason-0">
            <a:extLst xmlns:a="http://schemas.openxmlformats.org/drawingml/2006/main">
              <a:ext uri="{FF2B5EF4-FFF2-40B4-BE49-F238E27FC236}">
                <a16:creationId xmlns:a16="http://schemas.microsoft.com/office/drawing/2014/main" id="{C2C33F11-77F1-47BD-815B-40E39D04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28975"/>
            <a:ext cx="5191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checked records explain the seasonal peak.</a:t>
            </a:r>
          </a:p>
        </p:txBody>
      </p:sp>
      <p:sp>
        <p:nvSpPr>
          <p:cNvPr id="8" name="key-1">
            <a:extLst xmlns:a="http://schemas.openxmlformats.org/drawingml/2006/main">
              <a:ext uri="{FF2B5EF4-FFF2-40B4-BE49-F238E27FC236}">
                <a16:creationId xmlns:a16="http://schemas.microsoft.com/office/drawing/2014/main" id="{1153F9CC-AF73-4A41-AD1D-6A5D099D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43375"/>
            <a:ext cx="714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9" name="case-1">
            <a:extLst xmlns:a="http://schemas.openxmlformats.org/drawingml/2006/main">
              <a:ext uri="{FF2B5EF4-FFF2-40B4-BE49-F238E27FC236}">
                <a16:creationId xmlns:a16="http://schemas.microsoft.com/office/drawing/2014/main" id="{D8E057F1-36EA-4232-82E6-D38AF2E1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4337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A bigger payslip</a:t>
            </a:r>
          </a:p>
        </p:txBody>
      </p:sp>
      <p:sp>
        <p:nvSpPr>
          <p:cNvPr id="10" name="reason-1">
            <a:extLst xmlns:a="http://schemas.openxmlformats.org/drawingml/2006/main">
              <a:ext uri="{FF2B5EF4-FFF2-40B4-BE49-F238E27FC236}">
                <a16:creationId xmlns:a16="http://schemas.microsoft.com/office/drawing/2014/main" id="{E693825B-C916-40DA-B833-09A140A1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19625"/>
            <a:ext cx="5191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verified employer payment fits the documented bonus.</a:t>
            </a:r>
          </a:p>
        </p:txBody>
      </p:sp>
      <p:sp>
        <p:nvSpPr>
          <p:cNvPr id="11" name="key-2">
            <a:extLst xmlns:a="http://schemas.openxmlformats.org/drawingml/2006/main">
              <a:ext uri="{FF2B5EF4-FFF2-40B4-BE49-F238E27FC236}">
                <a16:creationId xmlns:a16="http://schemas.microsoft.com/office/drawing/2014/main" id="{E5EC0477-8C92-439D-B153-771F0080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34025"/>
            <a:ext cx="714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2" name="case-2">
            <a:extLst xmlns:a="http://schemas.openxmlformats.org/drawingml/2006/main">
              <a:ext uri="{FF2B5EF4-FFF2-40B4-BE49-F238E27FC236}">
                <a16:creationId xmlns:a16="http://schemas.microsoft.com/office/drawing/2014/main" id="{A11F4216-B11E-4CD4-AF70-1C58C17E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53402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Freelance work</a:t>
            </a:r>
          </a:p>
        </p:txBody>
      </p:sp>
      <p:sp>
        <p:nvSpPr>
          <p:cNvPr id="13" name="reason-2">
            <a:extLst xmlns:a="http://schemas.openxmlformats.org/drawingml/2006/main">
              <a:ext uri="{FF2B5EF4-FFF2-40B4-BE49-F238E27FC236}">
                <a16:creationId xmlns:a16="http://schemas.microsoft.com/office/drawing/2014/main" id="{6A5886BF-F1C9-4097-AD51-41D747BC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10275"/>
            <a:ext cx="5191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reviewed records support the new activity.</a:t>
            </a:r>
          </a:p>
        </p:txBody>
      </p:sp>
      <p:sp>
        <p:nvSpPr>
          <p:cNvPr id="14" name="key-3">
            <a:extLst xmlns:a="http://schemas.openxmlformats.org/drawingml/2006/main">
              <a:ext uri="{FF2B5EF4-FFF2-40B4-BE49-F238E27FC236}">
                <a16:creationId xmlns:a16="http://schemas.microsoft.com/office/drawing/2014/main" id="{12DE1CC6-A9E4-4428-8A2C-38B36152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52725"/>
            <a:ext cx="714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15" name="case-3">
            <a:extLst xmlns:a="http://schemas.openxmlformats.org/drawingml/2006/main">
              <a:ext uri="{FF2B5EF4-FFF2-40B4-BE49-F238E27FC236}">
                <a16:creationId xmlns:a16="http://schemas.microsoft.com/office/drawing/2014/main" id="{F19B23BA-E15E-463E-98C7-51E12E3C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75272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House sale</a:t>
            </a:r>
          </a:p>
        </p:txBody>
      </p:sp>
      <p:sp>
        <p:nvSpPr>
          <p:cNvPr id="16" name="reason-3">
            <a:extLst xmlns:a="http://schemas.openxmlformats.org/drawingml/2006/main">
              <a:ext uri="{FF2B5EF4-FFF2-40B4-BE49-F238E27FC236}">
                <a16:creationId xmlns:a16="http://schemas.microsoft.com/office/drawing/2014/main" id="{8DE080DE-CC9D-4BDE-B64A-937419A7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28975"/>
            <a:ext cx="5191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reviewed sale and payer records support the funds.</a:t>
            </a:r>
          </a:p>
        </p:txBody>
      </p:sp>
      <p:sp>
        <p:nvSpPr>
          <p:cNvPr id="17" name="key-4">
            <a:extLst xmlns:a="http://schemas.openxmlformats.org/drawingml/2006/main">
              <a:ext uri="{FF2B5EF4-FFF2-40B4-BE49-F238E27FC236}">
                <a16:creationId xmlns:a16="http://schemas.microsoft.com/office/drawing/2014/main" id="{7FFA1E9A-482C-4F45-B372-8EB9FBE7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43375"/>
            <a:ext cx="714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18" name="case-4">
            <a:extLst xmlns:a="http://schemas.openxmlformats.org/drawingml/2006/main">
              <a:ext uri="{FF2B5EF4-FFF2-40B4-BE49-F238E27FC236}">
                <a16:creationId xmlns:a16="http://schemas.microsoft.com/office/drawing/2014/main" id="{8363B14A-BC48-4415-904B-326F6BD8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14337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Supplier payment</a:t>
            </a:r>
          </a:p>
        </p:txBody>
      </p:sp>
      <p:sp>
        <p:nvSpPr>
          <p:cNvPr id="19" name="reason-4">
            <a:extLst xmlns:a="http://schemas.openxmlformats.org/drawingml/2006/main">
              <a:ext uri="{FF2B5EF4-FFF2-40B4-BE49-F238E27FC236}">
                <a16:creationId xmlns:a16="http://schemas.microsoft.com/office/drawing/2014/main" id="{61333182-B66C-4B2B-94B4-A9C78898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619625"/>
            <a:ext cx="5191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reviewed payment fits the recorded business activity.</a:t>
            </a:r>
          </a:p>
        </p:txBody>
      </p:sp>
      <p:sp>
        <p:nvSpPr>
          <p:cNvPr id="20" name="key-5">
            <a:extLst xmlns:a="http://schemas.openxmlformats.org/drawingml/2006/main">
              <a:ext uri="{FF2B5EF4-FFF2-40B4-BE49-F238E27FC236}">
                <a16:creationId xmlns:a16="http://schemas.microsoft.com/office/drawing/2014/main" id="{437EA58E-369B-4349-AEFD-31AE0C94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34025"/>
            <a:ext cx="714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21" name="case-5">
            <a:extLst xmlns:a="http://schemas.openxmlformats.org/drawingml/2006/main">
              <a:ext uri="{FF2B5EF4-FFF2-40B4-BE49-F238E27FC236}">
                <a16:creationId xmlns:a16="http://schemas.microsoft.com/office/drawing/2014/main" id="{67338A9E-EB9B-4810-85D0-2BA0B3EF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53402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Overseas tuition</a:t>
            </a:r>
          </a:p>
        </p:txBody>
      </p:sp>
      <p:sp>
        <p:nvSpPr>
          <p:cNvPr id="22" name="reason-5">
            <a:extLst xmlns:a="http://schemas.openxmlformats.org/drawingml/2006/main">
              <a:ext uri="{FF2B5EF4-FFF2-40B4-BE49-F238E27FC236}">
                <a16:creationId xmlns:a16="http://schemas.microsoft.com/office/drawing/2014/main" id="{430BD604-653E-4C52-AA70-6F009593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6010275"/>
            <a:ext cx="5191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The overseas destination alone adds no concern here.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030D82-E7C6-4305-85E7-E0DCD054E1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b69f8b1744635"/>
          <a:srcRect xmlns:a="http://schemas.openxmlformats.org/drawingml/2006/main" l="0" t="5429" r="0" b="54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7248525"/>
            <a:ext cx="3333750" cy="990600"/>
          </a:xfrm>
          <a:prstGeom xmlns:a="http://schemas.openxmlformats.org/drawingml/2006/main" prst="rect">
            <a:avLst/>
          </a:prstGeom>
        </p:spPr>
      </p:pic>
      <p:sp>
        <p:nvSpPr>
          <p:cNvPr id="24" name="back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2884993A-567C-40DC-BD4A-3DD49048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248525"/>
            <a:ext cx="3333750" cy="9906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THREE FLAGS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E89ACF-C998-4672-8813-23B2F5564C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50c2ada5d4e53"/>
          <a:srcRect xmlns:a="http://schemas.openxmlformats.org/drawingml/2006/main" l="0" t="5429" r="0" b="54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0" y="7248525"/>
            <a:ext cx="3333750" cy="990600"/>
          </a:xfrm>
          <a:prstGeom xmlns:a="http://schemas.openxmlformats.org/drawingml/2006/main" prst="rect">
            <a:avLst/>
          </a:prstGeom>
        </p:spPr>
      </p:pic>
      <p:sp>
        <p:nvSpPr>
          <p:cNvPr id="26" name="host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554F496B-1B59-49C7-A902-170971F6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248525"/>
            <a:ext cx="3333750" cy="9906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HOST GUIDE</a:t>
            </a:r>
          </a:p>
        </p:txBody>
      </p:sp>
    </p:spTree>
    <p:extLst>
      <p:ext uri="{BB962C8B-B14F-4D97-AF65-F5344CB8AC3E}">
        <p14:creationId xmlns:p14="http://schemas.microsoft.com/office/powerpoint/2010/main" val="516938052"/>
      </p:ext>
    </p:extLst>
  </p:cSld>
  <p:transition xmlns:ns1="http://schemas.microsoft.com/office/powerpoint/2010/main" advClick="0" spd="fast" ns1:dur="180">
    <p:fade/>
  </p:transition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6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D0A2C-802C-445C-A74E-4C680E2675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77a850176422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B9A692B-AEED-419C-92AD-83E7AF8A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8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AML ARCADE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C316D52F-9C8F-4DA3-A5B5-90DA7380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5800"/>
            <a:ext cx="3667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HOST GUIDE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5E7FEB-7390-4D8C-897D-7EAEBC10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38300"/>
            <a:ext cx="1228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Ready for the room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173AA76A-FECA-40E4-BB26-ED2423F2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622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SETUP</a:t>
            </a:r>
          </a:p>
        </p:txBody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DCB23F94-128F-4B30-AC69-828011B6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762250"/>
            <a:ext cx="9620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2E6"/>
                </a:solidFill>
                <a:latin typeface="Arial"/>
                <a:ea typeface="Arial"/>
                <a:cs typeface="Arial"/>
              </a:rPr>
              <a:t>Open in desktop PowerPoint. Start Slide Show from the beginning and click PLAY NOW.</a:t>
            </a:r>
          </a:p>
        </p:txBody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66B43A54-6AC0-4E66-8FD7-3F8961F0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90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PLAY</a:t>
            </a:r>
          </a:p>
        </p:txBody>
      </p:sp>
      <p:sp>
        <p:nvSpPr>
          <p:cNvPr id="8" name="body-1">
            <a:extLst xmlns:a="http://schemas.openxmlformats.org/drawingml/2006/main">
              <a:ext uri="{FF2B5EF4-FFF2-40B4-BE49-F238E27FC236}">
                <a16:creationId xmlns:a16="http://schemas.microsoft.com/office/drawing/2014/main" id="{D695B11B-8411-4EF6-9317-9C34E582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790950"/>
            <a:ext cx="9620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2E6"/>
                </a:solidFill>
                <a:latin typeface="Arial"/>
                <a:ea typeface="Arial"/>
                <a:cs typeface="Arial"/>
              </a:rPr>
              <a:t>Let participants nominate a tile. Click it, then discuss why the score or lives changed.</a:t>
            </a:r>
          </a:p>
        </p:txBody>
      </p:sp>
      <p:sp>
        <p:nvSpPr>
          <p:cNvPr id="9" name="label-2">
            <a:extLst xmlns:a="http://schemas.openxmlformats.org/drawingml/2006/main">
              <a:ext uri="{FF2B5EF4-FFF2-40B4-BE49-F238E27FC236}">
                <a16:creationId xmlns:a16="http://schemas.microsoft.com/office/drawing/2014/main" id="{D1B1990D-270D-4071-BA63-4FB40DB5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96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PACE</a:t>
            </a:r>
          </a:p>
        </p:txBody>
      </p:sp>
      <p:sp>
        <p:nvSpPr>
          <p:cNvPr id="10" name="body-2">
            <a:extLst xmlns:a="http://schemas.openxmlformats.org/drawingml/2006/main">
              <a:ext uri="{FF2B5EF4-FFF2-40B4-BE49-F238E27FC236}">
                <a16:creationId xmlns:a16="http://schemas.microsoft.com/office/drawing/2014/main" id="{AFA30C16-86E3-46DA-A2F6-BD36C40F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819650"/>
            <a:ext cx="9620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2E6"/>
                </a:solidFill>
                <a:latin typeface="Arial"/>
                <a:ea typeface="Arial"/>
                <a:cs typeface="Arial"/>
              </a:rPr>
              <a:t>Allow about 45 seconds for a faster round. The host controls the pace.</a:t>
            </a:r>
          </a:p>
        </p:txBody>
      </p:sp>
      <p:sp>
        <p:nvSpPr>
          <p:cNvPr id="11" name="label-3">
            <a:extLst xmlns:a="http://schemas.openxmlformats.org/drawingml/2006/main">
              <a:ext uri="{FF2B5EF4-FFF2-40B4-BE49-F238E27FC236}">
                <a16:creationId xmlns:a16="http://schemas.microsoft.com/office/drawing/2014/main" id="{5CBB5519-86A5-4226-BB58-84C9D4DA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483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8DE2E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8DE2ED"/>
                </a:solidFill>
                <a:latin typeface="Arial"/>
                <a:ea typeface="Arial"/>
                <a:cs typeface="Arial"/>
              </a:rPr>
              <a:t>DEBRIEF</a:t>
            </a:r>
          </a:p>
        </p:txBody>
      </p:sp>
      <p:sp>
        <p:nvSpPr>
          <p:cNvPr id="12" name="body-3">
            <a:extLst xmlns:a="http://schemas.openxmlformats.org/drawingml/2006/main">
              <a:ext uri="{FF2B5EF4-FFF2-40B4-BE49-F238E27FC236}">
                <a16:creationId xmlns:a16="http://schemas.microsoft.com/office/drawing/2014/main" id="{C92DB4E9-4EE8-43BA-B959-3B135B9A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848350"/>
            <a:ext cx="9620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7F2E6"/>
                </a:solidFill>
                <a:latin typeface="Arial"/>
                <a:ea typeface="Arial"/>
                <a:cs typeface="Arial"/>
              </a:rPr>
              <a:t>Open CASE REVIEW after the run. Ask which fact made each flag worth reviewing.</a:t>
            </a:r>
          </a:p>
        </p:txBody>
      </p:sp>
      <p:sp>
        <p:nvSpPr>
          <p:cNvPr id="13" name="disclosure">
            <a:extLst xmlns:a="http://schemas.openxmlformats.org/drawingml/2006/main">
              <a:ext uri="{FF2B5EF4-FFF2-40B4-BE49-F238E27FC236}">
                <a16:creationId xmlns:a16="http://schemas.microsoft.com/office/drawing/2014/main" id="{B9D90FD8-28E0-41C1-97EC-1E63423C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915150"/>
            <a:ext cx="1214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BECDD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ECDDA"/>
                </a:solidFill>
                <a:latin typeface="Arial"/>
                <a:ea typeface="Arial"/>
                <a:cs typeface="Arial"/>
              </a:rPr>
              <a:t>Fictional training game. Align the answer key with your organisation’s AML procedures.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B4852-6D00-4E57-9B93-84F7C90523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3f5bfe04a41d6"/>
          <a:srcRect xmlns:a="http://schemas.openxmlformats.org/drawingml/2006/main" l="0" t="14857" r="0" b="148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81125" y="7524750"/>
            <a:ext cx="3333750" cy="781050"/>
          </a:xfrm>
          <a:prstGeom xmlns:a="http://schemas.openxmlformats.org/drawingml/2006/main" prst="rect">
            <a:avLst/>
          </a:prstGeom>
        </p:spPr>
      </p:pic>
      <p:sp>
        <p:nvSpPr>
          <p:cNvPr id="15" name="play">
            <ns0:hlinkClick xmlns:ns0="http://schemas.openxmlformats.org/drawingml/2006/main" xmlns:ns1="http://schemas.openxmlformats.org/officeDocument/2006/relationships" ns1:id="rIdGame1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5A2E45FE-3018-439B-9148-F69DAC7A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524750"/>
            <a:ext cx="3333750" cy="7810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PLAY NOW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444C0-ADA7-46EE-8648-A1A07284BE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ea379bdd947ae"/>
          <a:srcRect xmlns:a="http://schemas.openxmlformats.org/drawingml/2006/main" l="0" t="14857" r="0" b="148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0" y="7524750"/>
            <a:ext cx="3333750" cy="781050"/>
          </a:xfrm>
          <a:prstGeom xmlns:a="http://schemas.openxmlformats.org/drawingml/2006/main" prst="rect">
            <a:avLst/>
          </a:prstGeom>
        </p:spPr>
      </p:pic>
      <p:sp>
        <p:nvSpPr>
          <p:cNvPr id="17" name="home">
            <ns0:hlinkClick xmlns:ns0="http://schemas.openxmlformats.org/drawingml/2006/main" xmlns:ns1="http://schemas.openxmlformats.org/officeDocument/2006/relationships" ns1:id="rIdGame2" action="ppaction://hlinksldjump" highlightClick="1"/>
            <a:extLst xmlns:a="http://schemas.openxmlformats.org/drawingml/2006/main">
              <a:ext uri="{FF2B5EF4-FFF2-40B4-BE49-F238E27FC236}">
                <a16:creationId xmlns:a16="http://schemas.microsoft.com/office/drawing/2014/main" id="{8477B9D7-CFC3-4123-8703-F261CE70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524750"/>
            <a:ext cx="3333750" cy="7810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000000">
              <ns0:alpha val="0"/>
            </ns0:srgbClr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7F2E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7F2E6"/>
                </a:solidFill>
                <a:latin typeface="Arial"/>
                <a:ea typeface="Arial"/>
                <a:cs typeface="Arial"/>
              </a:rPr>
              <a:t>TITLE SCREEN</a:t>
            </a:r>
          </a:p>
        </p:txBody>
      </p:sp>
    </p:spTree>
    <p:extLst>
      <p:ext uri="{BB962C8B-B14F-4D97-AF65-F5344CB8AC3E}">
        <p14:creationId xmlns:p14="http://schemas.microsoft.com/office/powerpoint/2010/main" val="430891716"/>
      </p:ext>
    </p:extLst>
  </p:cSld>
  <p:transition xmlns:ns1="http://schemas.microsoft.com/office/powerpoint/2010/main" advClick="0" spd="fast" ns1:dur="180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2026-10-13T13:27:52.7770000Z</dcterms:created>
  <dcterms:modified xsi:type="dcterms:W3CDTF">2026-10-13T13:27:52.7770000Z</dcterms:modified>
</coreProperties>
</file>